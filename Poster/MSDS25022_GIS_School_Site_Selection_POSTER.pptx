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0064075" cy="42503725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300" kern="1200">
        <a:solidFill>
          <a:schemeClr val="tx1"/>
        </a:solidFill>
        <a:latin typeface="Humanst521 BT" pitchFamily="34" charset="0"/>
        <a:ea typeface="+mn-ea"/>
        <a:cs typeface="+mn-cs"/>
      </a:defRPr>
    </a:lvl1pPr>
    <a:lvl2pPr marL="424222" algn="l" rtl="0" eaLnBrk="0" fontAlgn="base" hangingPunct="0">
      <a:spcBef>
        <a:spcPct val="0"/>
      </a:spcBef>
      <a:spcAft>
        <a:spcPct val="0"/>
      </a:spcAft>
      <a:defRPr sz="10300" kern="1200">
        <a:solidFill>
          <a:schemeClr val="tx1"/>
        </a:solidFill>
        <a:latin typeface="Humanst521 BT" pitchFamily="34" charset="0"/>
        <a:ea typeface="+mn-ea"/>
        <a:cs typeface="+mn-cs"/>
      </a:defRPr>
    </a:lvl2pPr>
    <a:lvl3pPr marL="848445" algn="l" rtl="0" eaLnBrk="0" fontAlgn="base" hangingPunct="0">
      <a:spcBef>
        <a:spcPct val="0"/>
      </a:spcBef>
      <a:spcAft>
        <a:spcPct val="0"/>
      </a:spcAft>
      <a:defRPr sz="10300" kern="1200">
        <a:solidFill>
          <a:schemeClr val="tx1"/>
        </a:solidFill>
        <a:latin typeface="Humanst521 BT" pitchFamily="34" charset="0"/>
        <a:ea typeface="+mn-ea"/>
        <a:cs typeface="+mn-cs"/>
      </a:defRPr>
    </a:lvl3pPr>
    <a:lvl4pPr marL="1272667" algn="l" rtl="0" eaLnBrk="0" fontAlgn="base" hangingPunct="0">
      <a:spcBef>
        <a:spcPct val="0"/>
      </a:spcBef>
      <a:spcAft>
        <a:spcPct val="0"/>
      </a:spcAft>
      <a:defRPr sz="10300" kern="1200">
        <a:solidFill>
          <a:schemeClr val="tx1"/>
        </a:solidFill>
        <a:latin typeface="Humanst521 BT" pitchFamily="34" charset="0"/>
        <a:ea typeface="+mn-ea"/>
        <a:cs typeface="+mn-cs"/>
      </a:defRPr>
    </a:lvl4pPr>
    <a:lvl5pPr marL="1696890" algn="l" rtl="0" eaLnBrk="0" fontAlgn="base" hangingPunct="0">
      <a:spcBef>
        <a:spcPct val="0"/>
      </a:spcBef>
      <a:spcAft>
        <a:spcPct val="0"/>
      </a:spcAft>
      <a:defRPr sz="10300" kern="1200">
        <a:solidFill>
          <a:schemeClr val="tx1"/>
        </a:solidFill>
        <a:latin typeface="Humanst521 BT" pitchFamily="34" charset="0"/>
        <a:ea typeface="+mn-ea"/>
        <a:cs typeface="+mn-cs"/>
      </a:defRPr>
    </a:lvl5pPr>
    <a:lvl6pPr marL="2121113" algn="l" defTabSz="848445" rtl="0" eaLnBrk="1" latinLnBrk="0" hangingPunct="1">
      <a:defRPr sz="10300" kern="1200">
        <a:solidFill>
          <a:schemeClr val="tx1"/>
        </a:solidFill>
        <a:latin typeface="Humanst521 BT" pitchFamily="34" charset="0"/>
        <a:ea typeface="+mn-ea"/>
        <a:cs typeface="+mn-cs"/>
      </a:defRPr>
    </a:lvl6pPr>
    <a:lvl7pPr marL="2545336" algn="l" defTabSz="848445" rtl="0" eaLnBrk="1" latinLnBrk="0" hangingPunct="1">
      <a:defRPr sz="10300" kern="1200">
        <a:solidFill>
          <a:schemeClr val="tx1"/>
        </a:solidFill>
        <a:latin typeface="Humanst521 BT" pitchFamily="34" charset="0"/>
        <a:ea typeface="+mn-ea"/>
        <a:cs typeface="+mn-cs"/>
      </a:defRPr>
    </a:lvl7pPr>
    <a:lvl8pPr marL="2969558" algn="l" defTabSz="848445" rtl="0" eaLnBrk="1" latinLnBrk="0" hangingPunct="1">
      <a:defRPr sz="10300" kern="1200">
        <a:solidFill>
          <a:schemeClr val="tx1"/>
        </a:solidFill>
        <a:latin typeface="Humanst521 BT" pitchFamily="34" charset="0"/>
        <a:ea typeface="+mn-ea"/>
        <a:cs typeface="+mn-cs"/>
      </a:defRPr>
    </a:lvl8pPr>
    <a:lvl9pPr marL="3393781" algn="l" defTabSz="848445" rtl="0" eaLnBrk="1" latinLnBrk="0" hangingPunct="1">
      <a:defRPr sz="10300" kern="1200">
        <a:solidFill>
          <a:schemeClr val="tx1"/>
        </a:solidFill>
        <a:latin typeface="Humanst521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28">
          <p15:clr>
            <a:srgbClr val="A4A3A4"/>
          </p15:clr>
        </p15:guide>
        <p15:guide id="2" pos="1799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4D7"/>
    <a:srgbClr val="DAE5F5"/>
    <a:srgbClr val="2312FC"/>
    <a:srgbClr val="1976FF"/>
    <a:srgbClr val="1171FF"/>
    <a:srgbClr val="1574FF"/>
    <a:srgbClr val="217BFF"/>
    <a:srgbClr val="2980FF"/>
    <a:srgbClr val="096DFF"/>
    <a:srgbClr val="005D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3464" autoAdjust="0"/>
  </p:normalViewPr>
  <p:slideViewPr>
    <p:cSldViewPr>
      <p:cViewPr>
        <p:scale>
          <a:sx n="40" d="100"/>
          <a:sy n="40" d="100"/>
        </p:scale>
        <p:origin x="-6" y="-7848"/>
      </p:cViewPr>
      <p:guideLst>
        <p:guide orient="horz" pos="24228"/>
        <p:guide pos="17997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7510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24222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848445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272667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696890" algn="l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121113" algn="l" defTabSz="84844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45336" algn="l" defTabSz="84844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69558" algn="l" defTabSz="84844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393781" algn="l" defTabSz="848445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84388" y="744538"/>
            <a:ext cx="26289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7" y="4715959"/>
            <a:ext cx="5438775" cy="4466986"/>
          </a:xfrm>
          <a:prstGeom prst="rect">
            <a:avLst/>
          </a:prstGeom>
        </p:spPr>
        <p:txBody>
          <a:bodyPr lIns="92720" tIns="46361" rIns="92720" bIns="46361"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66661594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4953" y="13203868"/>
            <a:ext cx="25554169" cy="91109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9906" y="24085788"/>
            <a:ext cx="21044263" cy="10861293"/>
          </a:xfrm>
        </p:spPr>
        <p:txBody>
          <a:bodyPr/>
          <a:lstStyle>
            <a:lvl1pPr marL="0" indent="0" algn="ctr">
              <a:buNone/>
              <a:defRPr/>
            </a:lvl1pPr>
            <a:lvl2pPr marL="424222" indent="0" algn="ctr">
              <a:buNone/>
              <a:defRPr/>
            </a:lvl2pPr>
            <a:lvl3pPr marL="848445" indent="0" algn="ctr">
              <a:buNone/>
              <a:defRPr/>
            </a:lvl3pPr>
            <a:lvl4pPr marL="1272667" indent="0" algn="ctr">
              <a:buNone/>
              <a:defRPr/>
            </a:lvl4pPr>
            <a:lvl5pPr marL="1696890" indent="0" algn="ctr">
              <a:buNone/>
              <a:defRPr/>
            </a:lvl5pPr>
            <a:lvl6pPr marL="2121113" indent="0" algn="ctr">
              <a:buNone/>
              <a:defRPr/>
            </a:lvl6pPr>
            <a:lvl7pPr marL="2545336" indent="0" algn="ctr">
              <a:buNone/>
              <a:defRPr/>
            </a:lvl7pPr>
            <a:lvl8pPr marL="2969558" indent="0" algn="ctr">
              <a:buNone/>
              <a:defRPr/>
            </a:lvl8pPr>
            <a:lvl9pPr marL="3393781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EFAE6-9E9E-45CF-A12A-C6398D29B5A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4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B7A2B1-016A-447D-8425-37585C916E95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58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4255" y="27312352"/>
            <a:ext cx="25555643" cy="8442107"/>
          </a:xfrm>
        </p:spPr>
        <p:txBody>
          <a:bodyPr anchor="t"/>
          <a:lstStyle>
            <a:lvl1pPr algn="l">
              <a:defRPr sz="3700" b="1" cap="all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4255" y="18014248"/>
            <a:ext cx="25555643" cy="9298104"/>
          </a:xfrm>
        </p:spPr>
        <p:txBody>
          <a:bodyPr anchor="b"/>
          <a:lstStyle>
            <a:lvl1pPr marL="0" indent="0">
              <a:buNone/>
              <a:defRPr sz="1900"/>
            </a:lvl1pPr>
            <a:lvl2pPr marL="424222" indent="0">
              <a:buNone/>
              <a:defRPr sz="1700"/>
            </a:lvl2pPr>
            <a:lvl3pPr marL="848445" indent="0">
              <a:buNone/>
              <a:defRPr sz="1500"/>
            </a:lvl3pPr>
            <a:lvl4pPr marL="1272667" indent="0">
              <a:buNone/>
              <a:defRPr sz="1300"/>
            </a:lvl4pPr>
            <a:lvl5pPr marL="1696890" indent="0">
              <a:buNone/>
              <a:defRPr sz="1300"/>
            </a:lvl5pPr>
            <a:lvl6pPr marL="2121113" indent="0">
              <a:buNone/>
              <a:defRPr sz="1300"/>
            </a:lvl6pPr>
            <a:lvl7pPr marL="2545336" indent="0">
              <a:buNone/>
              <a:defRPr sz="1300"/>
            </a:lvl7pPr>
            <a:lvl8pPr marL="2969558" indent="0">
              <a:buNone/>
              <a:defRPr sz="1300"/>
            </a:lvl8pPr>
            <a:lvl9pPr marL="3393781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1E8F06-5EA8-4729-B5B9-644192662345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98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53480" y="12281571"/>
            <a:ext cx="12707860" cy="25501646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02736" y="12281571"/>
            <a:ext cx="12707860" cy="25501646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41B441-9A85-4CAD-A891-EFF74A5959F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4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794" y="1701682"/>
            <a:ext cx="27056489" cy="708370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3794" y="9514682"/>
            <a:ext cx="13282277" cy="396469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24222" indent="0">
              <a:buNone/>
              <a:defRPr sz="1900" b="1"/>
            </a:lvl2pPr>
            <a:lvl3pPr marL="848445" indent="0">
              <a:buNone/>
              <a:defRPr sz="1700" b="1"/>
            </a:lvl3pPr>
            <a:lvl4pPr marL="1272667" indent="0">
              <a:buNone/>
              <a:defRPr sz="1500" b="1"/>
            </a:lvl4pPr>
            <a:lvl5pPr marL="1696890" indent="0">
              <a:buNone/>
              <a:defRPr sz="1500" b="1"/>
            </a:lvl5pPr>
            <a:lvl6pPr marL="2121113" indent="0">
              <a:buNone/>
              <a:defRPr sz="1500" b="1"/>
            </a:lvl6pPr>
            <a:lvl7pPr marL="2545336" indent="0">
              <a:buNone/>
              <a:defRPr sz="1500" b="1"/>
            </a:lvl7pPr>
            <a:lvl8pPr marL="2969558" indent="0">
              <a:buNone/>
              <a:defRPr sz="1500" b="1"/>
            </a:lvl8pPr>
            <a:lvl9pPr marL="3393781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3794" y="13479379"/>
            <a:ext cx="13282277" cy="24488003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2116" y="9514682"/>
            <a:ext cx="13288168" cy="396469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24222" indent="0">
              <a:buNone/>
              <a:defRPr sz="1900" b="1"/>
            </a:lvl2pPr>
            <a:lvl3pPr marL="848445" indent="0">
              <a:buNone/>
              <a:defRPr sz="1700" b="1"/>
            </a:lvl3pPr>
            <a:lvl4pPr marL="1272667" indent="0">
              <a:buNone/>
              <a:defRPr sz="1500" b="1"/>
            </a:lvl4pPr>
            <a:lvl5pPr marL="1696890" indent="0">
              <a:buNone/>
              <a:defRPr sz="1500" b="1"/>
            </a:lvl5pPr>
            <a:lvl6pPr marL="2121113" indent="0">
              <a:buNone/>
              <a:defRPr sz="1500" b="1"/>
            </a:lvl6pPr>
            <a:lvl7pPr marL="2545336" indent="0">
              <a:buNone/>
              <a:defRPr sz="1500" b="1"/>
            </a:lvl7pPr>
            <a:lvl8pPr marL="2969558" indent="0">
              <a:buNone/>
              <a:defRPr sz="1500" b="1"/>
            </a:lvl8pPr>
            <a:lvl9pPr marL="3393781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2116" y="13479379"/>
            <a:ext cx="13288168" cy="24488003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4E592-089E-4C9C-BEE1-574835CCE3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45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19637-B778-4B5A-A577-6A0F5966A1A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4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flip="none" rotWithShape="1">
          <a:gsLst>
            <a:gs pos="0">
              <a:schemeClr val="bg1"/>
            </a:gs>
            <a:gs pos="100000">
              <a:schemeClr val="tx1">
                <a:lumMod val="65000"/>
                <a:lumOff val="35000"/>
              </a:schemeClr>
            </a:gs>
            <a:gs pos="50000">
              <a:schemeClr val="tx1">
                <a:lumMod val="50000"/>
                <a:lumOff val="5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AC02B5A-B41A-36F8-01A4-7936298882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3250"/>
          <a:stretch/>
        </p:blipFill>
        <p:spPr>
          <a:xfrm>
            <a:off x="-1" y="2241750"/>
            <a:ext cx="30082031" cy="74888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93077" y="40090830"/>
            <a:ext cx="5041021" cy="1652794"/>
          </a:xfrm>
          <a:prstGeom prst="rect">
            <a:avLst/>
          </a:prstGeom>
        </p:spPr>
      </p:pic>
      <p:sp>
        <p:nvSpPr>
          <p:cNvPr id="14" name="Rectangle 252"/>
          <p:cNvSpPr>
            <a:spLocks noChangeArrowheads="1"/>
          </p:cNvSpPr>
          <p:nvPr userDrawn="1"/>
        </p:nvSpPr>
        <p:spPr bwMode="auto">
          <a:xfrm>
            <a:off x="0" y="-837361"/>
            <a:ext cx="171423" cy="1674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84845" tIns="42422" rIns="84845" bIns="4242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>
              <a:latin typeface="ETH Light" pitchFamily="2" charset="0"/>
            </a:endParaRP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414413" y="5914158"/>
            <a:ext cx="29307256" cy="334117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2275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0A9F00-10FF-B511-1175-46464F5C7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987"/>
          <a:stretch/>
        </p:blipFill>
        <p:spPr>
          <a:xfrm rot="10800000">
            <a:off x="-322" y="-1"/>
            <a:ext cx="30082031" cy="24882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DF9A171-A53A-01FC-1205-85FB9F9E051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57" y="40303624"/>
            <a:ext cx="62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51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794" y="1692843"/>
            <a:ext cx="9890273" cy="7201574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4920" y="1692843"/>
            <a:ext cx="16805364" cy="36274539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03794" y="8894416"/>
            <a:ext cx="9890273" cy="29072966"/>
          </a:xfrm>
        </p:spPr>
        <p:txBody>
          <a:bodyPr/>
          <a:lstStyle>
            <a:lvl1pPr marL="0" indent="0">
              <a:buNone/>
              <a:defRPr sz="1300"/>
            </a:lvl1pPr>
            <a:lvl2pPr marL="424222" indent="0">
              <a:buNone/>
              <a:defRPr sz="1100"/>
            </a:lvl2pPr>
            <a:lvl3pPr marL="848445" indent="0">
              <a:buNone/>
              <a:defRPr sz="900"/>
            </a:lvl3pPr>
            <a:lvl4pPr marL="1272667" indent="0">
              <a:buNone/>
              <a:defRPr sz="800"/>
            </a:lvl4pPr>
            <a:lvl5pPr marL="1696890" indent="0">
              <a:buNone/>
              <a:defRPr sz="800"/>
            </a:lvl5pPr>
            <a:lvl6pPr marL="2121113" indent="0">
              <a:buNone/>
              <a:defRPr sz="800"/>
            </a:lvl6pPr>
            <a:lvl7pPr marL="2545336" indent="0">
              <a:buNone/>
              <a:defRPr sz="800"/>
            </a:lvl7pPr>
            <a:lvl8pPr marL="2969558" indent="0">
              <a:buNone/>
              <a:defRPr sz="800"/>
            </a:lvl8pPr>
            <a:lvl9pPr marL="3393781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DC0052-7925-4348-9969-57CB67F049E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39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2924" y="29752165"/>
            <a:ext cx="18038150" cy="3512388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92924" y="3798212"/>
            <a:ext cx="18038150" cy="25501646"/>
          </a:xfrm>
        </p:spPr>
        <p:txBody>
          <a:bodyPr/>
          <a:lstStyle>
            <a:lvl1pPr marL="0" indent="0">
              <a:buNone/>
              <a:defRPr sz="3000"/>
            </a:lvl1pPr>
            <a:lvl2pPr marL="424222" indent="0">
              <a:buNone/>
              <a:defRPr sz="2600"/>
            </a:lvl2pPr>
            <a:lvl3pPr marL="848445" indent="0">
              <a:buNone/>
              <a:defRPr sz="2200"/>
            </a:lvl3pPr>
            <a:lvl4pPr marL="1272667" indent="0">
              <a:buNone/>
              <a:defRPr sz="1900"/>
            </a:lvl4pPr>
            <a:lvl5pPr marL="1696890" indent="0">
              <a:buNone/>
              <a:defRPr sz="1900"/>
            </a:lvl5pPr>
            <a:lvl6pPr marL="2121113" indent="0">
              <a:buNone/>
              <a:defRPr sz="1900"/>
            </a:lvl6pPr>
            <a:lvl7pPr marL="2545336" indent="0">
              <a:buNone/>
              <a:defRPr sz="1900"/>
            </a:lvl7pPr>
            <a:lvl8pPr marL="2969558" indent="0">
              <a:buNone/>
              <a:defRPr sz="1900"/>
            </a:lvl8pPr>
            <a:lvl9pPr marL="3393781" indent="0">
              <a:buNone/>
              <a:defRPr sz="1900"/>
            </a:lvl9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92924" y="33264553"/>
            <a:ext cx="18038150" cy="4988652"/>
          </a:xfrm>
        </p:spPr>
        <p:txBody>
          <a:bodyPr/>
          <a:lstStyle>
            <a:lvl1pPr marL="0" indent="0">
              <a:buNone/>
              <a:defRPr sz="1300"/>
            </a:lvl1pPr>
            <a:lvl2pPr marL="424222" indent="0">
              <a:buNone/>
              <a:defRPr sz="1100"/>
            </a:lvl2pPr>
            <a:lvl3pPr marL="848445" indent="0">
              <a:buNone/>
              <a:defRPr sz="900"/>
            </a:lvl3pPr>
            <a:lvl4pPr marL="1272667" indent="0">
              <a:buNone/>
              <a:defRPr sz="800"/>
            </a:lvl4pPr>
            <a:lvl5pPr marL="1696890" indent="0">
              <a:buNone/>
              <a:defRPr sz="800"/>
            </a:lvl5pPr>
            <a:lvl6pPr marL="2121113" indent="0">
              <a:buNone/>
              <a:defRPr sz="800"/>
            </a:lvl6pPr>
            <a:lvl7pPr marL="2545336" indent="0">
              <a:buNone/>
              <a:defRPr sz="800"/>
            </a:lvl7pPr>
            <a:lvl8pPr marL="2969558" indent="0">
              <a:buNone/>
              <a:defRPr sz="800"/>
            </a:lvl8pPr>
            <a:lvl9pPr marL="3393781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299690-D79B-450C-A5A0-C0A6028DB0D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627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B3501D-101E-4B66-8080-6E8C78A84AB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17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421317" y="3780533"/>
            <a:ext cx="6389278" cy="340026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53481" y="3780533"/>
            <a:ext cx="19026441" cy="340026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64589-2F9A-4711-A58E-659D23DF585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9287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4EC6"/>
            </a:gs>
            <a:gs pos="50000">
              <a:schemeClr val="tx1"/>
            </a:gs>
            <a:gs pos="100000">
              <a:srgbClr val="0066FF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53480" y="3780532"/>
            <a:ext cx="25557115" cy="7083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4943" tIns="197473" rIns="394943" bIns="19747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53480" y="12281571"/>
            <a:ext cx="25557115" cy="25501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4943" tIns="197473" rIns="394943" bIns="1974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53480" y="38723194"/>
            <a:ext cx="6262612" cy="283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94943" tIns="197473" rIns="394943" bIns="197473" numCol="1" anchor="ctr" anchorCtr="0" compatLnSpc="1">
            <a:prstTxWarp prst="textNoShape">
              <a:avLst/>
            </a:prstTxWarp>
          </a:bodyPr>
          <a:lstStyle>
            <a:lvl1pPr defTabSz="3922587">
              <a:defRPr sz="61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273219" y="38723194"/>
            <a:ext cx="9517640" cy="283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94943" tIns="197473" rIns="394943" bIns="197473" numCol="1" anchor="ctr" anchorCtr="0" compatLnSpc="1">
            <a:prstTxWarp prst="textNoShape">
              <a:avLst/>
            </a:prstTxWarp>
          </a:bodyPr>
          <a:lstStyle>
            <a:lvl1pPr algn="ctr" defTabSz="3922587">
              <a:defRPr sz="61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547983" y="38723194"/>
            <a:ext cx="6262612" cy="283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94943" tIns="197473" rIns="394943" bIns="197473" numCol="1" anchor="ctr" anchorCtr="0" compatLnSpc="1">
            <a:prstTxWarp prst="textNoShape">
              <a:avLst/>
            </a:prstTxWarp>
          </a:bodyPr>
          <a:lstStyle>
            <a:lvl1pPr algn="r" defTabSz="3922587">
              <a:defRPr sz="6100">
                <a:latin typeface="+mn-lt"/>
              </a:defRPr>
            </a:lvl1pPr>
          </a:lstStyle>
          <a:p>
            <a:fld id="{A72F75A6-3AE0-4487-9D60-1C743A5007C1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922587" rtl="0" eaLnBrk="1" fontAlgn="base" hangingPunct="1">
        <a:spcBef>
          <a:spcPct val="0"/>
        </a:spcBef>
        <a:spcAft>
          <a:spcPct val="0"/>
        </a:spcAft>
        <a:defRPr sz="189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22587" rtl="0" eaLnBrk="1" fontAlgn="base" hangingPunct="1">
        <a:spcBef>
          <a:spcPct val="0"/>
        </a:spcBef>
        <a:spcAft>
          <a:spcPct val="0"/>
        </a:spcAft>
        <a:defRPr sz="18900">
          <a:solidFill>
            <a:schemeClr val="tx2"/>
          </a:solidFill>
          <a:latin typeface="Times New Roman" pitchFamily="18" charset="0"/>
        </a:defRPr>
      </a:lvl2pPr>
      <a:lvl3pPr algn="ctr" defTabSz="3922587" rtl="0" eaLnBrk="1" fontAlgn="base" hangingPunct="1">
        <a:spcBef>
          <a:spcPct val="0"/>
        </a:spcBef>
        <a:spcAft>
          <a:spcPct val="0"/>
        </a:spcAft>
        <a:defRPr sz="18900">
          <a:solidFill>
            <a:schemeClr val="tx2"/>
          </a:solidFill>
          <a:latin typeface="Times New Roman" pitchFamily="18" charset="0"/>
        </a:defRPr>
      </a:lvl3pPr>
      <a:lvl4pPr algn="ctr" defTabSz="3922587" rtl="0" eaLnBrk="1" fontAlgn="base" hangingPunct="1">
        <a:spcBef>
          <a:spcPct val="0"/>
        </a:spcBef>
        <a:spcAft>
          <a:spcPct val="0"/>
        </a:spcAft>
        <a:defRPr sz="18900">
          <a:solidFill>
            <a:schemeClr val="tx2"/>
          </a:solidFill>
          <a:latin typeface="Times New Roman" pitchFamily="18" charset="0"/>
        </a:defRPr>
      </a:lvl4pPr>
      <a:lvl5pPr algn="ctr" defTabSz="3922587" rtl="0" eaLnBrk="1" fontAlgn="base" hangingPunct="1">
        <a:spcBef>
          <a:spcPct val="0"/>
        </a:spcBef>
        <a:spcAft>
          <a:spcPct val="0"/>
        </a:spcAft>
        <a:defRPr sz="18900">
          <a:solidFill>
            <a:schemeClr val="tx2"/>
          </a:solidFill>
          <a:latin typeface="Times New Roman" pitchFamily="18" charset="0"/>
        </a:defRPr>
      </a:lvl5pPr>
      <a:lvl6pPr marL="424222" algn="ctr" defTabSz="3922587" rtl="0" eaLnBrk="1" fontAlgn="base" hangingPunct="1">
        <a:spcBef>
          <a:spcPct val="0"/>
        </a:spcBef>
        <a:spcAft>
          <a:spcPct val="0"/>
        </a:spcAft>
        <a:defRPr sz="18900">
          <a:solidFill>
            <a:schemeClr val="tx2"/>
          </a:solidFill>
          <a:latin typeface="Times New Roman" pitchFamily="18" charset="0"/>
        </a:defRPr>
      </a:lvl6pPr>
      <a:lvl7pPr marL="848445" algn="ctr" defTabSz="3922587" rtl="0" eaLnBrk="1" fontAlgn="base" hangingPunct="1">
        <a:spcBef>
          <a:spcPct val="0"/>
        </a:spcBef>
        <a:spcAft>
          <a:spcPct val="0"/>
        </a:spcAft>
        <a:defRPr sz="18900">
          <a:solidFill>
            <a:schemeClr val="tx2"/>
          </a:solidFill>
          <a:latin typeface="Times New Roman" pitchFamily="18" charset="0"/>
        </a:defRPr>
      </a:lvl7pPr>
      <a:lvl8pPr marL="1272667" algn="ctr" defTabSz="3922587" rtl="0" eaLnBrk="1" fontAlgn="base" hangingPunct="1">
        <a:spcBef>
          <a:spcPct val="0"/>
        </a:spcBef>
        <a:spcAft>
          <a:spcPct val="0"/>
        </a:spcAft>
        <a:defRPr sz="18900">
          <a:solidFill>
            <a:schemeClr val="tx2"/>
          </a:solidFill>
          <a:latin typeface="Times New Roman" pitchFamily="18" charset="0"/>
        </a:defRPr>
      </a:lvl8pPr>
      <a:lvl9pPr marL="1696890" algn="ctr" defTabSz="3922587" rtl="0" eaLnBrk="1" fontAlgn="base" hangingPunct="1">
        <a:spcBef>
          <a:spcPct val="0"/>
        </a:spcBef>
        <a:spcAft>
          <a:spcPct val="0"/>
        </a:spcAft>
        <a:defRPr sz="18900">
          <a:solidFill>
            <a:schemeClr val="tx2"/>
          </a:solidFill>
          <a:latin typeface="Times New Roman" pitchFamily="18" charset="0"/>
        </a:defRPr>
      </a:lvl9pPr>
    </p:titleStyle>
    <p:bodyStyle>
      <a:lvl1pPr marL="1471522" indent="-1471522" algn="l" defTabSz="3922587" rtl="0" eaLnBrk="1" fontAlgn="base" hangingPunct="1">
        <a:spcBef>
          <a:spcPct val="20000"/>
        </a:spcBef>
        <a:spcAft>
          <a:spcPct val="0"/>
        </a:spcAft>
        <a:buChar char="•"/>
        <a:defRPr sz="13700">
          <a:solidFill>
            <a:schemeClr val="tx1"/>
          </a:solidFill>
          <a:latin typeface="+mn-lt"/>
          <a:ea typeface="+mn-ea"/>
          <a:cs typeface="+mn-cs"/>
        </a:defRPr>
      </a:lvl1pPr>
      <a:lvl2pPr marL="3186089" indent="-1225532" algn="l" defTabSz="3922587" rtl="0" eaLnBrk="1" fontAlgn="base" hangingPunct="1">
        <a:spcBef>
          <a:spcPct val="20000"/>
        </a:spcBef>
        <a:spcAft>
          <a:spcPct val="0"/>
        </a:spcAft>
        <a:buChar char="–"/>
        <a:defRPr sz="12000">
          <a:solidFill>
            <a:schemeClr val="tx1"/>
          </a:solidFill>
          <a:latin typeface="+mn-lt"/>
        </a:defRPr>
      </a:lvl2pPr>
      <a:lvl3pPr marL="4902128" indent="-979542" algn="l" defTabSz="3922587" rtl="0" eaLnBrk="1" fontAlgn="base" hangingPunct="1">
        <a:spcBef>
          <a:spcPct val="20000"/>
        </a:spcBef>
        <a:spcAft>
          <a:spcPct val="0"/>
        </a:spcAft>
        <a:buChar char="•"/>
        <a:defRPr sz="10300">
          <a:solidFill>
            <a:schemeClr val="tx1"/>
          </a:solidFill>
          <a:latin typeface="+mn-lt"/>
        </a:defRPr>
      </a:lvl3pPr>
      <a:lvl4pPr marL="6864157" indent="-981014" algn="l" defTabSz="3922587" rtl="0" eaLnBrk="1" fontAlgn="base" hangingPunct="1">
        <a:spcBef>
          <a:spcPct val="20000"/>
        </a:spcBef>
        <a:spcAft>
          <a:spcPct val="0"/>
        </a:spcAft>
        <a:buChar char="–"/>
        <a:defRPr sz="8500">
          <a:solidFill>
            <a:schemeClr val="tx1"/>
          </a:solidFill>
          <a:latin typeface="+mn-lt"/>
        </a:defRPr>
      </a:lvl4pPr>
      <a:lvl5pPr marL="8824713" indent="-981014" algn="l" defTabSz="3922587" rtl="0" eaLnBrk="1" fontAlgn="base" hangingPunct="1">
        <a:spcBef>
          <a:spcPct val="20000"/>
        </a:spcBef>
        <a:spcAft>
          <a:spcPct val="0"/>
        </a:spcAft>
        <a:buChar char="•"/>
        <a:defRPr sz="8500">
          <a:solidFill>
            <a:schemeClr val="tx1"/>
          </a:solidFill>
          <a:latin typeface="+mn-lt"/>
        </a:defRPr>
      </a:lvl5pPr>
      <a:lvl6pPr marL="9248936" indent="-981014" algn="l" defTabSz="3922587" rtl="0" eaLnBrk="1" fontAlgn="base" hangingPunct="1">
        <a:spcBef>
          <a:spcPct val="20000"/>
        </a:spcBef>
        <a:spcAft>
          <a:spcPct val="0"/>
        </a:spcAft>
        <a:buChar char="•"/>
        <a:defRPr sz="8500">
          <a:solidFill>
            <a:schemeClr val="tx1"/>
          </a:solidFill>
          <a:latin typeface="+mn-lt"/>
        </a:defRPr>
      </a:lvl6pPr>
      <a:lvl7pPr marL="9673159" indent="-981014" algn="l" defTabSz="3922587" rtl="0" eaLnBrk="1" fontAlgn="base" hangingPunct="1">
        <a:spcBef>
          <a:spcPct val="20000"/>
        </a:spcBef>
        <a:spcAft>
          <a:spcPct val="0"/>
        </a:spcAft>
        <a:buChar char="•"/>
        <a:defRPr sz="8500">
          <a:solidFill>
            <a:schemeClr val="tx1"/>
          </a:solidFill>
          <a:latin typeface="+mn-lt"/>
        </a:defRPr>
      </a:lvl7pPr>
      <a:lvl8pPr marL="10097382" indent="-981014" algn="l" defTabSz="3922587" rtl="0" eaLnBrk="1" fontAlgn="base" hangingPunct="1">
        <a:spcBef>
          <a:spcPct val="20000"/>
        </a:spcBef>
        <a:spcAft>
          <a:spcPct val="0"/>
        </a:spcAft>
        <a:buChar char="•"/>
        <a:defRPr sz="8500">
          <a:solidFill>
            <a:schemeClr val="tx1"/>
          </a:solidFill>
          <a:latin typeface="+mn-lt"/>
        </a:defRPr>
      </a:lvl8pPr>
      <a:lvl9pPr marL="10521604" indent="-981014" algn="l" defTabSz="3922587" rtl="0" eaLnBrk="1" fontAlgn="base" hangingPunct="1">
        <a:spcBef>
          <a:spcPct val="20000"/>
        </a:spcBef>
        <a:spcAft>
          <a:spcPct val="0"/>
        </a:spcAft>
        <a:buChar char="•"/>
        <a:defRPr sz="85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84844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24222" algn="l" defTabSz="84844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48445" algn="l" defTabSz="84844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72667" algn="l" defTabSz="84844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96890" algn="l" defTabSz="84844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21113" algn="l" defTabSz="84844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45336" algn="l" defTabSz="84844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69558" algn="l" defTabSz="84844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93781" algn="l" defTabSz="84844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75000"/>
              </a:schemeClr>
            </a:gs>
            <a:gs pos="100000">
              <a:schemeClr val="tx1"/>
            </a:gs>
            <a:gs pos="50000">
              <a:schemeClr val="tx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/>
          <p:cNvSpPr txBox="1"/>
          <p:nvPr/>
        </p:nvSpPr>
        <p:spPr>
          <a:xfrm>
            <a:off x="486421" y="3537895"/>
            <a:ext cx="29649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  <a:latin typeface="Helvetica" pitchFamily="2" charset="0"/>
              </a:rPr>
              <a:t>Muhammad Abdul Aleem (MSDS25022)</a:t>
            </a:r>
            <a:endParaRPr lang="en-US" sz="4800" baseline="30000" dirty="0">
              <a:solidFill>
                <a:srgbClr val="FFFFFF"/>
              </a:solidFill>
              <a:latin typeface="Helvetica" pitchFamily="2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3426E21-50A8-C2BB-04B2-32F4B818188A}"/>
              </a:ext>
            </a:extLst>
          </p:cNvPr>
          <p:cNvGrpSpPr/>
          <p:nvPr/>
        </p:nvGrpSpPr>
        <p:grpSpPr>
          <a:xfrm>
            <a:off x="761798" y="6679325"/>
            <a:ext cx="13994863" cy="7979224"/>
            <a:chOff x="761798" y="6679325"/>
            <a:chExt cx="13994863" cy="797922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584C7D-D9F6-563E-BA84-A31F8CF0EE8E}"/>
                </a:ext>
              </a:extLst>
            </p:cNvPr>
            <p:cNvSpPr/>
            <p:nvPr/>
          </p:nvSpPr>
          <p:spPr bwMode="auto">
            <a:xfrm>
              <a:off x="761798" y="6679325"/>
              <a:ext cx="13994863" cy="797922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2275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8469" y="6994278"/>
              <a:ext cx="8555974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 xml:space="preserve">1. </a:t>
              </a:r>
              <a:r>
                <a:rPr lang="en-US" sz="4800" b="1" dirty="0">
                  <a:latin typeface="Helvetica" pitchFamily="2" charset="0"/>
                </a:rPr>
                <a:t>Introduction</a:t>
              </a:r>
              <a:endParaRPr lang="de-CH" sz="4800" b="1" dirty="0">
                <a:latin typeface="Helvetica" pitchFamily="2" charset="0"/>
              </a:endParaRPr>
            </a:p>
          </p:txBody>
        </p:sp>
        <p:sp>
          <p:nvSpPr>
            <p:cNvPr id="8" name="Content Placeholder 1"/>
            <p:cNvSpPr txBox="1">
              <a:spLocks/>
            </p:cNvSpPr>
            <p:nvPr/>
          </p:nvSpPr>
          <p:spPr>
            <a:xfrm>
              <a:off x="1187000" y="8150421"/>
              <a:ext cx="12751939" cy="554060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rmAutofit/>
            </a:bodyPr>
            <a:lstStyle>
              <a:lvl1pPr marL="1471522" indent="-147152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37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86089" indent="-122553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2000">
                  <a:solidFill>
                    <a:schemeClr val="tx1"/>
                  </a:solidFill>
                  <a:latin typeface="+mn-lt"/>
                </a:defRPr>
              </a:lvl2pPr>
              <a:lvl3pPr marL="4902128" indent="-97954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0300">
                  <a:solidFill>
                    <a:schemeClr val="tx1"/>
                  </a:solidFill>
                  <a:latin typeface="+mn-lt"/>
                </a:defRPr>
              </a:lvl3pPr>
              <a:lvl4pPr marL="6864157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8500">
                  <a:solidFill>
                    <a:schemeClr val="tx1"/>
                  </a:solidFill>
                  <a:latin typeface="+mn-lt"/>
                </a:defRPr>
              </a:lvl4pPr>
              <a:lvl5pPr marL="8824713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5pPr>
              <a:lvl6pPr marL="9248936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6pPr>
              <a:lvl7pPr marL="9673159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7pPr>
              <a:lvl8pPr marL="10097382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8pPr>
              <a:lvl9pPr marL="10521604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360000" indent="0">
                <a:lnSpc>
                  <a:spcPct val="160000"/>
                </a:lnSpc>
                <a:spcBef>
                  <a:spcPts val="0"/>
                </a:spcBef>
                <a:buNone/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>Lahore is one of Pakistan’s fastest-growing cities with 14M+ residents. Demand for private schooling is rising yet spatially uneven. Investors opening new schools face two critical unknowns: where to locate, and how much capital to invest. This project uses GIS, Kernel Density Estimation, and Multi-Criteria Decision Analysis (MCDA) to spatially identify the most profitable school locations in Lahore using publicly available datasets.</a:t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endParaRPr lang="en-GB" sz="3200" spc="-100" dirty="0">
                <a:solidFill>
                  <a:srgbClr val="000000"/>
                </a:solidFill>
                <a:latin typeface="Helvetica" pitchFamily="2" charset="0"/>
              </a:endParaRP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GB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kern="1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kern="1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kern="1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14413" y="4973506"/>
            <a:ext cx="417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rgbClr val="FFFFFF"/>
                </a:solidFill>
                <a:latin typeface="Helvetica" pitchFamily="2" charset="0"/>
              </a:rPr>
              <a:t>Session: Spring 2026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94425" y="38890478"/>
            <a:ext cx="26483199" cy="338554"/>
          </a:xfrm>
          <a:prstGeom prst="rect">
            <a:avLst/>
          </a:pr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 xml:space="preserve">Acknowledgments: 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Data: WorldPop 2024 (worldpop.org), OpenStreetMap contributors, GADM (gadm.org), Zameen.com. Tools: Python, QGIS, GeoPandas, OSMnx, SciPy.</a:t>
            </a:r>
            <a:endParaRPr lang="de-CH" sz="1600" b="1" dirty="0">
              <a:latin typeface="Helvetica" pitchFamily="2" charset="0"/>
            </a:endParaRPr>
          </a:p>
        </p:txBody>
      </p:sp>
      <p:cxnSp>
        <p:nvCxnSpPr>
          <p:cNvPr id="10" name="Straight Connector 9"/>
          <p:cNvCxnSpPr/>
          <p:nvPr/>
        </p:nvCxnSpPr>
        <p:spPr bwMode="auto">
          <a:xfrm flipV="1">
            <a:off x="15891120" y="13080954"/>
            <a:ext cx="13033449" cy="3400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2">
                <a:lumMod val="60000"/>
                <a:lumOff val="40000"/>
              </a:schemeClr>
            </a:solidFill>
            <a:prstDash val="lgDash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Rectangle 50"/>
          <p:cNvSpPr/>
          <p:nvPr/>
        </p:nvSpPr>
        <p:spPr>
          <a:xfrm>
            <a:off x="15891121" y="11758147"/>
            <a:ext cx="12966452" cy="132343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2000" i="1" dirty="0">
                <a:solidFill>
                  <a:srgbClr val="000000"/>
                </a:solidFill>
                <a:latin typeface="Helvetica" pitchFamily="2" charset="0"/>
              </a:rPr>
              <a:t>Fig. 2: KDE population demand surface (left) and underserved zones map (right). Red = high opportunity areas.range vector on ground. Right: An initial PSI solution obtained with IPTA. The dots mark the detected persistent scatterers. Their color represents the estimated deformation in mm/y. The red line shows the extent of an azimuth line whose tomographic inversion is presented in Fig. 5.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11287621" y="36229526"/>
            <a:ext cx="2232248" cy="35962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2275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Rectangle 222">
            <a:extLst>
              <a:ext uri="{FF2B5EF4-FFF2-40B4-BE49-F238E27FC236}">
                <a16:creationId xmlns:a16="http://schemas.microsoft.com/office/drawing/2014/main" id="{B122C8E6-F99B-0E3E-1CB7-86D3BB8B8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22" y="945606"/>
            <a:ext cx="2909123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3054992"/>
            <a:r>
              <a:rPr lang="en-US" sz="8000" b="1" dirty="0">
                <a:solidFill>
                  <a:srgbClr val="FFFFFF"/>
                </a:solidFill>
                <a:latin typeface="Helvetica" pitchFamily="2" charset="0"/>
              </a:rPr>
              <a:t>GIS-based School Site Selection in Lahore, Pakistan</a:t>
            </a:r>
            <a:endParaRPr lang="en-US" sz="6000" b="1" dirty="0">
              <a:solidFill>
                <a:srgbClr val="FFFFFF"/>
              </a:solidFill>
              <a:latin typeface="Helvetica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DAA662-03B1-D21E-D7B4-67FC546BDA9F}"/>
              </a:ext>
            </a:extLst>
          </p:cNvPr>
          <p:cNvSpPr txBox="1"/>
          <p:nvPr/>
        </p:nvSpPr>
        <p:spPr>
          <a:xfrm>
            <a:off x="11863684" y="5041351"/>
            <a:ext cx="6336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rgbClr val="FFFFFF"/>
                </a:solidFill>
                <a:latin typeface="Helvetica" pitchFamily="2" charset="0"/>
              </a:rPr>
              <a:t>Supervisor: Course Instructor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1358AC-DCC9-08EF-B5C6-01880758262F}"/>
              </a:ext>
            </a:extLst>
          </p:cNvPr>
          <p:cNvSpPr txBox="1"/>
          <p:nvPr/>
        </p:nvSpPr>
        <p:spPr>
          <a:xfrm>
            <a:off x="23889020" y="4898595"/>
            <a:ext cx="5760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i="1" dirty="0">
                <a:solidFill>
                  <a:srgbClr val="FFFFFF"/>
                </a:solidFill>
                <a:latin typeface="Helvetica" pitchFamily="2" charset="0"/>
              </a:rPr>
              <a:t>Course: Spatial Data Science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42114DB-DCE7-5B4F-806A-206EFB8FFADB}"/>
              </a:ext>
            </a:extLst>
          </p:cNvPr>
          <p:cNvGrpSpPr/>
          <p:nvPr/>
        </p:nvGrpSpPr>
        <p:grpSpPr>
          <a:xfrm>
            <a:off x="808495" y="15217474"/>
            <a:ext cx="13994863" cy="5013501"/>
            <a:chOff x="761798" y="6679325"/>
            <a:chExt cx="13994863" cy="50135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56A86C2-0175-45E9-1DA1-8D577B977AD6}"/>
                </a:ext>
              </a:extLst>
            </p:cNvPr>
            <p:cNvSpPr/>
            <p:nvPr/>
          </p:nvSpPr>
          <p:spPr bwMode="auto">
            <a:xfrm>
              <a:off x="761798" y="6679325"/>
              <a:ext cx="13994863" cy="4975892"/>
            </a:xfrm>
            <a:prstGeom prst="rect">
              <a:avLst/>
            </a:prstGeom>
            <a:solidFill>
              <a:srgbClr val="DAE5F5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2275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2F4293-81D8-365F-5C88-F1EC5CD59C4A}"/>
                </a:ext>
              </a:extLst>
            </p:cNvPr>
            <p:cNvSpPr txBox="1"/>
            <p:nvPr/>
          </p:nvSpPr>
          <p:spPr>
            <a:xfrm>
              <a:off x="918469" y="6994278"/>
              <a:ext cx="8555974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 xml:space="preserve">2. </a:t>
              </a:r>
              <a:r>
                <a:rPr lang="en-US" sz="4800" b="1" dirty="0">
                  <a:latin typeface="Helvetica" pitchFamily="2" charset="0"/>
                </a:rPr>
                <a:t>Problem Statement</a:t>
              </a:r>
              <a:endParaRPr lang="de-CH" sz="4800" b="1" dirty="0">
                <a:latin typeface="Helvetica" pitchFamily="2" charset="0"/>
              </a:endParaRPr>
            </a:p>
          </p:txBody>
        </p:sp>
        <p:sp>
          <p:nvSpPr>
            <p:cNvPr id="33" name="Content Placeholder 1">
              <a:extLst>
                <a:ext uri="{FF2B5EF4-FFF2-40B4-BE49-F238E27FC236}">
                  <a16:creationId xmlns:a16="http://schemas.microsoft.com/office/drawing/2014/main" id="{49D25BB4-817A-808C-57D6-1F5A29F4C92A}"/>
                </a:ext>
              </a:extLst>
            </p:cNvPr>
            <p:cNvSpPr txBox="1">
              <a:spLocks/>
            </p:cNvSpPr>
            <p:nvPr/>
          </p:nvSpPr>
          <p:spPr>
            <a:xfrm>
              <a:off x="1187000" y="8150421"/>
              <a:ext cx="12751939" cy="35424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rmAutofit/>
            </a:bodyPr>
            <a:lstStyle>
              <a:lvl1pPr marL="1471522" indent="-147152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37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86089" indent="-122553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2000">
                  <a:solidFill>
                    <a:schemeClr val="tx1"/>
                  </a:solidFill>
                  <a:latin typeface="+mn-lt"/>
                </a:defRPr>
              </a:lvl2pPr>
              <a:lvl3pPr marL="4902128" indent="-97954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0300">
                  <a:solidFill>
                    <a:schemeClr val="tx1"/>
                  </a:solidFill>
                  <a:latin typeface="+mn-lt"/>
                </a:defRPr>
              </a:lvl3pPr>
              <a:lvl4pPr marL="6864157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8500">
                  <a:solidFill>
                    <a:schemeClr val="tx1"/>
                  </a:solidFill>
                  <a:latin typeface="+mn-lt"/>
                </a:defRPr>
              </a:lvl4pPr>
              <a:lvl5pPr marL="8824713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5pPr>
              <a:lvl6pPr marL="9248936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6pPr>
              <a:lvl7pPr marL="9673159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7pPr>
              <a:lvl8pPr marL="10097382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8pPr>
              <a:lvl9pPr marL="10521604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360000" indent="0">
                <a:lnSpc>
                  <a:spcPct val="160000"/>
                </a:lnSpc>
                <a:spcBef>
                  <a:spcPts val="0"/>
                </a:spcBef>
                <a:buNone/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>Which specific areas of Lahore present the best business opportunity for opening a private school, and what is the estimated investment required to break even? Wrong location choices lead to low enrolment, intense competition, and early closure. Currently no spatial-financial decision framework exists for private school investors in Lahore.</a:t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endParaRPr lang="en-GB" sz="3200" spc="-100" dirty="0">
                <a:solidFill>
                  <a:srgbClr val="000000"/>
                </a:solidFill>
                <a:latin typeface="Helvetica" pitchFamily="2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C43C7AB-96F3-6270-D6C7-B5FECE8ACED8}"/>
              </a:ext>
            </a:extLst>
          </p:cNvPr>
          <p:cNvGrpSpPr/>
          <p:nvPr/>
        </p:nvGrpSpPr>
        <p:grpSpPr>
          <a:xfrm>
            <a:off x="808495" y="20696218"/>
            <a:ext cx="13994863" cy="17909571"/>
            <a:chOff x="761798" y="6679324"/>
            <a:chExt cx="13994863" cy="1790957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4EA9277-52F3-4900-6056-CBAA65849CBF}"/>
                </a:ext>
              </a:extLst>
            </p:cNvPr>
            <p:cNvSpPr/>
            <p:nvPr/>
          </p:nvSpPr>
          <p:spPr bwMode="auto">
            <a:xfrm>
              <a:off x="761798" y="6679324"/>
              <a:ext cx="13994863" cy="17909571"/>
            </a:xfrm>
            <a:prstGeom prst="rect">
              <a:avLst/>
            </a:prstGeom>
            <a:solidFill>
              <a:srgbClr val="F3F4D7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2275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E5309E8-CC6E-3090-83D6-C5936F7765C7}"/>
                </a:ext>
              </a:extLst>
            </p:cNvPr>
            <p:cNvSpPr txBox="1"/>
            <p:nvPr/>
          </p:nvSpPr>
          <p:spPr>
            <a:xfrm>
              <a:off x="918469" y="6994278"/>
              <a:ext cx="8555974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 xml:space="preserve">3. </a:t>
              </a:r>
              <a:r>
                <a:rPr lang="en-US" sz="4800" b="1" dirty="0">
                  <a:latin typeface="Helvetica" pitchFamily="2" charset="0"/>
                </a:rPr>
                <a:t>Data</a:t>
              </a:r>
              <a:endParaRPr lang="de-CH" sz="4800" b="1" dirty="0">
                <a:latin typeface="Helvetica" pitchFamily="2" charset="0"/>
              </a:endParaRPr>
            </a:p>
          </p:txBody>
        </p:sp>
        <p:sp>
          <p:nvSpPr>
            <p:cNvPr id="38" name="Content Placeholder 1">
              <a:extLst>
                <a:ext uri="{FF2B5EF4-FFF2-40B4-BE49-F238E27FC236}">
                  <a16:creationId xmlns:a16="http://schemas.microsoft.com/office/drawing/2014/main" id="{B5B064CB-CE25-4625-1D1E-203462042673}"/>
                </a:ext>
              </a:extLst>
            </p:cNvPr>
            <p:cNvSpPr txBox="1">
              <a:spLocks/>
            </p:cNvSpPr>
            <p:nvPr/>
          </p:nvSpPr>
          <p:spPr>
            <a:xfrm>
              <a:off x="1187000" y="8150421"/>
              <a:ext cx="12751939" cy="1014881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rmAutofit/>
            </a:bodyPr>
            <a:lstStyle>
              <a:lvl1pPr marL="1471522" indent="-147152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37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86089" indent="-122553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2000">
                  <a:solidFill>
                    <a:schemeClr val="tx1"/>
                  </a:solidFill>
                  <a:latin typeface="+mn-lt"/>
                </a:defRPr>
              </a:lvl2pPr>
              <a:lvl3pPr marL="4902128" indent="-97954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0300">
                  <a:solidFill>
                    <a:schemeClr val="tx1"/>
                  </a:solidFill>
                  <a:latin typeface="+mn-lt"/>
                </a:defRPr>
              </a:lvl3pPr>
              <a:lvl4pPr marL="6864157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8500">
                  <a:solidFill>
                    <a:schemeClr val="tx1"/>
                  </a:solidFill>
                  <a:latin typeface="+mn-lt"/>
                </a:defRPr>
              </a:lvl4pPr>
              <a:lvl5pPr marL="8824713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5pPr>
              <a:lvl6pPr marL="9248936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6pPr>
              <a:lvl7pPr marL="9673159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7pPr>
              <a:lvl8pPr marL="10097382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8pPr>
              <a:lvl9pPr marL="10521604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360000" indent="0">
                <a:lnSpc>
                  <a:spcPct val="160000"/>
                </a:lnSpc>
                <a:spcBef>
                  <a:spcPts val="0"/>
                </a:spcBef>
                <a:buNone/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>Four open-source datasets were used: (1) WorldPop 2024 gridded population raster at 100m resolution (worldpop.org); (2) 472 school locations from OpenStreetMap via Overpass Turbo; (3) Lahore district boundary from GADM Level 3; (4) OSMnx road network (144,676 nodes, 376,672 edges). Property rental data was manually collected from Zameen.com for 9 areas. Preprocessing: all layers reprojected to UTM Zone 42N (EPSG:32642); WorldPop clipped to Lahore with nodata removal; schools clipped to boundary (486 → 472).</a:t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endParaRPr lang="en-GB" sz="3200" spc="-100" dirty="0">
                <a:solidFill>
                  <a:srgbClr val="000000"/>
                </a:solidFill>
                <a:latin typeface="Helvetica" pitchFamily="2" charset="0"/>
              </a:endParaRP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GB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kern="1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kern="1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endParaRPr lang="en-US" sz="3200" kern="1200" spc="-100" dirty="0">
                <a:solidFill>
                  <a:srgbClr val="000000"/>
                </a:solidFill>
                <a:latin typeface="Helvetica" pitchFamily="2" charset="0"/>
              </a:endParaRPr>
            </a:p>
            <a:p>
              <a:pPr marL="360000" indent="0">
                <a:lnSpc>
                  <a:spcPct val="160000"/>
                </a:lnSpc>
                <a:spcBef>
                  <a:spcPts val="0"/>
                </a:spcBef>
                <a:buNone/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endParaRPr lang="en-US" sz="3200" kern="1200" spc="-100" dirty="0">
                <a:solidFill>
                  <a:srgbClr val="000000"/>
                </a:solidFill>
                <a:latin typeface="Helvetica" pitchFamily="2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2201224-5AB8-48CC-D819-3A04469DD77A}"/>
              </a:ext>
            </a:extLst>
          </p:cNvPr>
          <p:cNvGrpSpPr/>
          <p:nvPr/>
        </p:nvGrpSpPr>
        <p:grpSpPr>
          <a:xfrm>
            <a:off x="2002756" y="32832116"/>
            <a:ext cx="11936183" cy="5485642"/>
            <a:chOff x="2002756" y="32832116"/>
            <a:chExt cx="11936183" cy="5485642"/>
          </a:xfrm>
        </p:grpSpPr>
        <p:grpSp>
          <p:nvGrpSpPr>
            <p:cNvPr id="39" name="Group 38"/>
            <p:cNvGrpSpPr/>
            <p:nvPr/>
          </p:nvGrpSpPr>
          <p:grpSpPr>
            <a:xfrm>
              <a:off x="2002756" y="32832116"/>
              <a:ext cx="4661384" cy="4319729"/>
              <a:chOff x="1696055" y="17004057"/>
              <a:chExt cx="4839038" cy="4679853"/>
            </a:xfrm>
          </p:grpSpPr>
          <p:pic>
            <p:nvPicPr>
              <p:cNvPr id="40" name="Picture 39" descr="ave.rmli.png"/>
              <p:cNvPicPr>
                <a:picLocks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9320" r="77388" b="28159"/>
              <a:stretch/>
            </p:blipFill>
            <p:spPr>
              <a:xfrm>
                <a:off x="1808447" y="17004057"/>
                <a:ext cx="3657600" cy="3657600"/>
              </a:xfrm>
              <a:prstGeom prst="rect">
                <a:avLst/>
              </a:prstGeom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</p:pic>
          <p:grpSp>
            <p:nvGrpSpPr>
              <p:cNvPr id="41" name="Group 40"/>
              <p:cNvGrpSpPr/>
              <p:nvPr/>
            </p:nvGrpSpPr>
            <p:grpSpPr>
              <a:xfrm>
                <a:off x="2267893" y="17416710"/>
                <a:ext cx="4267200" cy="4267200"/>
                <a:chOff x="7900886" y="22611907"/>
                <a:chExt cx="4267200" cy="4267200"/>
              </a:xfrm>
            </p:grpSpPr>
            <p:pic>
              <p:nvPicPr>
                <p:cNvPr id="44" name="Picture 43" descr="ave.rmli.png"/>
                <p:cNvPicPr>
                  <a:picLocks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9320" r="77388" b="28159"/>
                <a:stretch/>
              </p:blipFill>
              <p:spPr>
                <a:xfrm>
                  <a:off x="7900886" y="22611907"/>
                  <a:ext cx="3657600" cy="3657600"/>
                </a:xfrm>
                <a:prstGeom prst="rect">
                  <a:avLst/>
                </a:prstGeom>
                <a:ln>
                  <a:solidFill>
                    <a:schemeClr val="bg2">
                      <a:lumMod val="60000"/>
                      <a:lumOff val="40000"/>
                    </a:schemeClr>
                  </a:solidFill>
                </a:ln>
              </p:spPr>
            </p:pic>
            <p:pic>
              <p:nvPicPr>
                <p:cNvPr id="45" name="Picture 44" descr="ave.rmli.png"/>
                <p:cNvPicPr>
                  <a:picLocks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9320" r="77388" b="28159"/>
                <a:stretch/>
              </p:blipFill>
              <p:spPr>
                <a:xfrm>
                  <a:off x="8053286" y="22764307"/>
                  <a:ext cx="3657600" cy="3657600"/>
                </a:xfrm>
                <a:prstGeom prst="rect">
                  <a:avLst/>
                </a:prstGeom>
                <a:ln>
                  <a:solidFill>
                    <a:schemeClr val="bg2">
                      <a:lumMod val="60000"/>
                      <a:lumOff val="40000"/>
                    </a:schemeClr>
                  </a:solidFill>
                </a:ln>
              </p:spPr>
            </p:pic>
            <p:pic>
              <p:nvPicPr>
                <p:cNvPr id="46" name="Picture 45" descr="ave.rmli.png"/>
                <p:cNvPicPr>
                  <a:picLocks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9320" r="77388" b="28159"/>
                <a:stretch/>
              </p:blipFill>
              <p:spPr>
                <a:xfrm>
                  <a:off x="8205686" y="22916707"/>
                  <a:ext cx="3657600" cy="3657600"/>
                </a:xfrm>
                <a:prstGeom prst="rect">
                  <a:avLst/>
                </a:prstGeom>
                <a:ln>
                  <a:solidFill>
                    <a:schemeClr val="bg2">
                      <a:lumMod val="60000"/>
                      <a:lumOff val="40000"/>
                    </a:schemeClr>
                  </a:solidFill>
                </a:ln>
              </p:spPr>
            </p:pic>
            <p:pic>
              <p:nvPicPr>
                <p:cNvPr id="47" name="Picture 46" descr="ave.rmli.png"/>
                <p:cNvPicPr>
                  <a:picLocks/>
                </p:cNvPicPr>
                <p:nvPr/>
              </p:nvPicPr>
              <p:blipFill rotWithShape="1">
                <a:blip r:embed="rId4" cstate="print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artisticCrisscrossEtching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9320" r="77388" b="28159"/>
                <a:stretch/>
              </p:blipFill>
              <p:spPr>
                <a:xfrm>
                  <a:off x="8358086" y="23069107"/>
                  <a:ext cx="3657600" cy="3657600"/>
                </a:xfrm>
                <a:prstGeom prst="rect">
                  <a:avLst/>
                </a:prstGeom>
                <a:ln>
                  <a:solidFill>
                    <a:schemeClr val="bg2">
                      <a:lumMod val="60000"/>
                      <a:lumOff val="40000"/>
                    </a:schemeClr>
                  </a:solidFill>
                </a:ln>
              </p:spPr>
            </p:pic>
            <p:pic>
              <p:nvPicPr>
                <p:cNvPr id="48" name="Picture 47" descr="ave.rmli.png"/>
                <p:cNvPicPr>
                  <a:picLocks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9320" r="77388" b="28159"/>
                <a:stretch/>
              </p:blipFill>
              <p:spPr>
                <a:xfrm>
                  <a:off x="8510486" y="23221507"/>
                  <a:ext cx="3657600" cy="3657600"/>
                </a:xfrm>
                <a:prstGeom prst="rect">
                  <a:avLst/>
                </a:prstGeom>
                <a:ln>
                  <a:solidFill>
                    <a:schemeClr val="bg2">
                      <a:lumMod val="60000"/>
                      <a:lumOff val="40000"/>
                    </a:schemeClr>
                  </a:solidFill>
                </a:ln>
              </p:spPr>
            </p:pic>
          </p:grpSp>
          <p:cxnSp>
            <p:nvCxnSpPr>
              <p:cNvPr id="42" name="Straight Connector 41"/>
              <p:cNvCxnSpPr/>
              <p:nvPr/>
            </p:nvCxnSpPr>
            <p:spPr>
              <a:xfrm>
                <a:off x="1696055" y="20764500"/>
                <a:ext cx="864096" cy="792088"/>
              </a:xfrm>
              <a:prstGeom prst="line">
                <a:avLst/>
              </a:prstGeom>
              <a:ln>
                <a:solidFill>
                  <a:schemeClr val="bg2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>
                <a:off x="2074397" y="21149334"/>
                <a:ext cx="384126" cy="347298"/>
              </a:xfrm>
              <a:prstGeom prst="line">
                <a:avLst/>
              </a:prstGeom>
              <a:ln>
                <a:solidFill>
                  <a:schemeClr val="bg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Rectangle 85"/>
            <p:cNvSpPr/>
            <p:nvPr/>
          </p:nvSpPr>
          <p:spPr>
            <a:xfrm>
              <a:off x="2111022" y="37486761"/>
              <a:ext cx="11827917" cy="830997"/>
            </a:xfrm>
            <a:prstGeom prst="rect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 i="1" dirty="0">
                  <a:solidFill>
                    <a:srgbClr val="000000"/>
                  </a:solidFill>
                  <a:latin typeface="Helvetica" pitchFamily="2" charset="0"/>
                </a:rPr>
                <a:t>Fig. 1: (Left) 472 existing school locations from OSM — clustered in central Lahore. (Right) Lahore road network — 144,676 nodes, 376,672 edges.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25F410D-BF91-EF58-C70C-B53638A4A31C}"/>
              </a:ext>
            </a:extLst>
          </p:cNvPr>
          <p:cNvGrpSpPr/>
          <p:nvPr/>
        </p:nvGrpSpPr>
        <p:grpSpPr>
          <a:xfrm>
            <a:off x="15216444" y="6670584"/>
            <a:ext cx="13994863" cy="13522782"/>
            <a:chOff x="761798" y="6679325"/>
            <a:chExt cx="13994863" cy="13522782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C73C061-42D8-FE76-20E9-F58ADFA72684}"/>
                </a:ext>
              </a:extLst>
            </p:cNvPr>
            <p:cNvSpPr/>
            <p:nvPr/>
          </p:nvSpPr>
          <p:spPr bwMode="auto">
            <a:xfrm>
              <a:off x="761798" y="6679325"/>
              <a:ext cx="13994863" cy="1352278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2275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6B1EB87-FEB6-4492-D77A-C94894F40C2B}"/>
                </a:ext>
              </a:extLst>
            </p:cNvPr>
            <p:cNvSpPr txBox="1"/>
            <p:nvPr/>
          </p:nvSpPr>
          <p:spPr>
            <a:xfrm>
              <a:off x="918469" y="6994278"/>
              <a:ext cx="8555974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 xml:space="preserve">4. </a:t>
              </a:r>
              <a:r>
                <a:rPr lang="en-US" sz="4800" b="1" dirty="0">
                  <a:latin typeface="Helvetica" pitchFamily="2" charset="0"/>
                </a:rPr>
                <a:t>Methodology</a:t>
              </a:r>
              <a:endParaRPr lang="de-CH" sz="4800" b="1" dirty="0">
                <a:latin typeface="Helvetica" pitchFamily="2" charset="0"/>
              </a:endParaRPr>
            </a:p>
          </p:txBody>
        </p:sp>
        <p:sp>
          <p:nvSpPr>
            <p:cNvPr id="83" name="Content Placeholder 1">
              <a:extLst>
                <a:ext uri="{FF2B5EF4-FFF2-40B4-BE49-F238E27FC236}">
                  <a16:creationId xmlns:a16="http://schemas.microsoft.com/office/drawing/2014/main" id="{1DA99274-4A89-9ECE-8C5C-58B3A19EE377}"/>
                </a:ext>
              </a:extLst>
            </p:cNvPr>
            <p:cNvSpPr txBox="1">
              <a:spLocks/>
            </p:cNvSpPr>
            <p:nvPr/>
          </p:nvSpPr>
          <p:spPr>
            <a:xfrm>
              <a:off x="1187000" y="8150421"/>
              <a:ext cx="12751939" cy="1140605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rmAutofit/>
            </a:bodyPr>
            <a:lstStyle>
              <a:lvl1pPr marL="1471522" indent="-147152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37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86089" indent="-122553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2000">
                  <a:solidFill>
                    <a:schemeClr val="tx1"/>
                  </a:solidFill>
                  <a:latin typeface="+mn-lt"/>
                </a:defRPr>
              </a:lvl2pPr>
              <a:lvl3pPr marL="4902128" indent="-97954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0300">
                  <a:solidFill>
                    <a:schemeClr val="tx1"/>
                  </a:solidFill>
                  <a:latin typeface="+mn-lt"/>
                </a:defRPr>
              </a:lvl3pPr>
              <a:lvl4pPr marL="6864157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8500">
                  <a:solidFill>
                    <a:schemeClr val="tx1"/>
                  </a:solidFill>
                  <a:latin typeface="+mn-lt"/>
                </a:defRPr>
              </a:lvl4pPr>
              <a:lvl5pPr marL="8824713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5pPr>
              <a:lvl6pPr marL="9248936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6pPr>
              <a:lvl7pPr marL="9673159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7pPr>
              <a:lvl8pPr marL="10097382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8pPr>
              <a:lvl9pPr marL="10521604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360000" indent="0">
                <a:lnSpc>
                  <a:spcPct val="160000"/>
                </a:lnSpc>
                <a:spcBef>
                  <a:spcPts val="0"/>
                </a:spcBef>
                <a:buNone/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>Step 1 — Demand Mapping: Gaussian KDE (σ=5) applied to WorldPop raster to produce child population demand surface. Step 2 — Competition Mapping: KDE (bw=0.15) on 472 school locations produces school density surface. Step 3 — Underserved Zones: Normalized demand minus competition (clipped ≥0) identifies high-opportunity zones. Step 4 — MCDA Scoring: Weighted composite score = 0.35×Population + 0.30×SchoolGap + 0.20×(1−Cost) + 0.15×Accessibility. Step 5 — Break-Even Model: Monthly cost (rent + staff + utilities) divided by fee per student gives minimum enrolment threshold per area.</a:t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endParaRPr lang="en-GB" sz="3200" spc="-100" dirty="0">
                <a:solidFill>
                  <a:srgbClr val="000000"/>
                </a:solidFill>
                <a:latin typeface="Helvetica" pitchFamily="2" charset="0"/>
              </a:endParaRP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kern="1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kern="1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endParaRPr lang="en-US" sz="3200" kern="1200" spc="-100" dirty="0">
                <a:solidFill>
                  <a:srgbClr val="000000"/>
                </a:solidFill>
                <a:latin typeface="Helvetica" pitchFamily="2" charset="0"/>
              </a:endParaRP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endParaRPr lang="en-US" sz="3200" kern="1200" spc="-100" dirty="0">
                <a:solidFill>
                  <a:srgbClr val="000000"/>
                </a:solidFill>
                <a:latin typeface="Helvetica" pitchFamily="2" charset="0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36D81A7-F95D-7628-C664-C098B1D3BAF2}"/>
              </a:ext>
            </a:extLst>
          </p:cNvPr>
          <p:cNvGrpSpPr/>
          <p:nvPr/>
        </p:nvGrpSpPr>
        <p:grpSpPr>
          <a:xfrm>
            <a:off x="15281875" y="20696217"/>
            <a:ext cx="13994863" cy="17909571"/>
            <a:chOff x="761798" y="6679324"/>
            <a:chExt cx="13994863" cy="17909571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CD117F4-BA8D-45D8-6B48-A57DF44072F0}"/>
                </a:ext>
              </a:extLst>
            </p:cNvPr>
            <p:cNvSpPr/>
            <p:nvPr/>
          </p:nvSpPr>
          <p:spPr bwMode="auto">
            <a:xfrm>
              <a:off x="761798" y="6679324"/>
              <a:ext cx="13994863" cy="17909571"/>
            </a:xfrm>
            <a:prstGeom prst="rect">
              <a:avLst/>
            </a:prstGeom>
            <a:solidFill>
              <a:srgbClr val="F3F4D7"/>
            </a:solidFill>
            <a:ln w="12700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22751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62F72A5-46A7-16A3-E240-EE419222A25E}"/>
                </a:ext>
              </a:extLst>
            </p:cNvPr>
            <p:cNvSpPr txBox="1"/>
            <p:nvPr/>
          </p:nvSpPr>
          <p:spPr>
            <a:xfrm>
              <a:off x="918469" y="6994278"/>
              <a:ext cx="8555974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 xml:space="preserve">5. </a:t>
              </a:r>
              <a:r>
                <a:rPr lang="en-US" sz="4800" b="1" dirty="0">
                  <a:latin typeface="Helvetica" pitchFamily="2" charset="0"/>
                </a:rPr>
                <a:t>Results &amp; Discussion</a:t>
              </a:r>
              <a:endParaRPr lang="de-CH" sz="4800" b="1" dirty="0">
                <a:latin typeface="Helvetica" pitchFamily="2" charset="0"/>
              </a:endParaRPr>
            </a:p>
          </p:txBody>
        </p:sp>
        <p:sp>
          <p:nvSpPr>
            <p:cNvPr id="93" name="Content Placeholder 1">
              <a:extLst>
                <a:ext uri="{FF2B5EF4-FFF2-40B4-BE49-F238E27FC236}">
                  <a16:creationId xmlns:a16="http://schemas.microsoft.com/office/drawing/2014/main" id="{506A907C-37CC-609E-5F98-C88702285AB9}"/>
                </a:ext>
              </a:extLst>
            </p:cNvPr>
            <p:cNvSpPr txBox="1">
              <a:spLocks/>
            </p:cNvSpPr>
            <p:nvPr/>
          </p:nvSpPr>
          <p:spPr>
            <a:xfrm>
              <a:off x="1187000" y="8150421"/>
              <a:ext cx="12751939" cy="1014881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normAutofit/>
            </a:bodyPr>
            <a:lstStyle>
              <a:lvl1pPr marL="1471522" indent="-147152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37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186089" indent="-122553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2000">
                  <a:solidFill>
                    <a:schemeClr val="tx1"/>
                  </a:solidFill>
                  <a:latin typeface="+mn-lt"/>
                </a:defRPr>
              </a:lvl2pPr>
              <a:lvl3pPr marL="4902128" indent="-979542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0300">
                  <a:solidFill>
                    <a:schemeClr val="tx1"/>
                  </a:solidFill>
                  <a:latin typeface="+mn-lt"/>
                </a:defRPr>
              </a:lvl3pPr>
              <a:lvl4pPr marL="6864157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8500">
                  <a:solidFill>
                    <a:schemeClr val="tx1"/>
                  </a:solidFill>
                  <a:latin typeface="+mn-lt"/>
                </a:defRPr>
              </a:lvl4pPr>
              <a:lvl5pPr marL="8824713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5pPr>
              <a:lvl6pPr marL="9248936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6pPr>
              <a:lvl7pPr marL="9673159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7pPr>
              <a:lvl8pPr marL="10097382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8pPr>
              <a:lvl9pPr marL="10521604" indent="-981014" algn="l" defTabSz="3922587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850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marL="360000" indent="0">
                <a:lnSpc>
                  <a:spcPct val="160000"/>
                </a:lnSpc>
                <a:spcBef>
                  <a:spcPts val="0"/>
                </a:spcBef>
                <a:buNone/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>KDE analysis confirms school clustering in central-northern Lahore (Gulberg, Model Town, Johar Town). Southern and western zones (Raiwind, Township, Wapda Town) show high population demand with minimal school coverage — these are primary investment opportunities. MCDA suitability scoring ranks Township and Wapda Town highest (low cost + high demand + low competition). Break-even analysis shows Raiwind requires only 59 students/month vs. 154 for DHA. Recommended investment range: PKR 1.0M–1.5M/year in low-cost zones vs. PKR 4.8M+ in premium areas.</a:t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endParaRPr lang="en-GB" sz="3200" spc="-100" dirty="0">
                <a:solidFill>
                  <a:srgbClr val="000000"/>
                </a:solidFill>
                <a:latin typeface="Helvetica" pitchFamily="2" charset="0"/>
              </a:endParaRP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kern="1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kern="1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</a:p>
            <a:p>
              <a:pPr marL="900000" indent="-540000">
                <a:lnSpc>
                  <a:spcPct val="160000"/>
                </a:lnSpc>
                <a:spcBef>
                  <a:spcPts val="0"/>
                </a:spcBef>
              </a:pPr>
              <a:endParaRPr lang="en-US" sz="3200" kern="1200" spc="-100" dirty="0">
                <a:solidFill>
                  <a:srgbClr val="000000"/>
                </a:solidFill>
                <a:latin typeface="Helvetica" pitchFamily="2" charset="0"/>
              </a:endParaRPr>
            </a:p>
            <a:p>
              <a:pPr marL="360000" indent="0">
                <a:lnSpc>
                  <a:spcPct val="160000"/>
                </a:lnSpc>
                <a:spcBef>
                  <a:spcPts val="0"/>
                </a:spcBef>
                <a:buNone/>
              </a:pP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r>
                <a:rPr lang="en-US" sz="3200" spc="-100">
                  <a:solidFill>
                    <a:srgbClr val="000000"/>
                  </a:solidFill>
                  <a:latin typeface="Helvetica" pitchFamily="2" charset="0"/>
                </a:rPr>
                <a:t/>
              </a:r>
              <a:r>
                <a:rPr lang="en-US" sz="3200" spc="-100" dirty="0">
                  <a:solidFill>
                    <a:srgbClr val="000000"/>
                  </a:solidFill>
                  <a:latin typeface="Helvetica" pitchFamily="2" charset="0"/>
                </a:rPr>
                <a:t/>
              </a:r>
              <a:endParaRPr lang="en-US" sz="3200" kern="1200" spc="-100" dirty="0">
                <a:solidFill>
                  <a:srgbClr val="000000"/>
                </a:solidFill>
                <a:latin typeface="Helvetica" pitchFamily="2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ank Presentation.pot">
  <a:themeElements>
    <a:clrScheme name="Blank Presentation.pot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2275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umanst521 B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2275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umanst521 BT" pitchFamily="34" charset="0"/>
          </a:defRPr>
        </a:defPPr>
      </a:lstStyle>
    </a:lnDef>
  </a:objectDefaults>
  <a:extraClrSchemeLst>
    <a:extraClrScheme>
      <a:clrScheme name="Blank Presentation.po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.po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oster-Template-RSA-Spatial-Data-Science-Course.potx" id="{CD755AD5-5C39-8D42-922B-B9798B4B5902}" vid="{9DFF2A67-8113-4D4E-AE72-E48AF16F47F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Poster-Template-RSA-Spatial-Data-Science-Course (1)</Template>
  <TotalTime>0</TotalTime>
  <Words>550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ETH Light</vt:lpstr>
      <vt:lpstr>Helvetica</vt:lpstr>
      <vt:lpstr>Humanst521 BT</vt:lpstr>
      <vt:lpstr>Times New Roman</vt:lpstr>
      <vt:lpstr>Blank Presentation.pot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Mian Amir</dc:creator>
  <cp:lastModifiedBy>Mian Amir</cp:lastModifiedBy>
  <cp:revision>1</cp:revision>
  <cp:lastPrinted>2023-04-27T08:57:35Z</cp:lastPrinted>
  <dcterms:created xsi:type="dcterms:W3CDTF">2025-05-22T16:58:05Z</dcterms:created>
  <dcterms:modified xsi:type="dcterms:W3CDTF">2025-05-22T16:58:59Z</dcterms:modified>
</cp:coreProperties>
</file>