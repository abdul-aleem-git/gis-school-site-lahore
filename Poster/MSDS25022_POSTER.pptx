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sldIdLst>
    <p:sldId id="256" r:id="rId2"/>
  </p:sldIdLst>
  <p:sldSz cx="30064075" cy="42503725"/>
  <p:notesSz cx="6797675" cy="9926638"/>
  <p:defaultTextStyle>
    <a:defPPr>
      <a:defRPr lang="en-US"/>
    </a:defPPr>
    <a:lvl1pPr algn="l" rtl="0" eaLnBrk="0" fontAlgn="base" hangingPunct="0">
      <a:spcBef>
        <a:spcPct val="0"/>
      </a:spcBef>
      <a:spcAft>
        <a:spcPct val="0"/>
      </a:spcAft>
      <a:defRPr sz="10300" kern="1200">
        <a:solidFill>
          <a:schemeClr val="tx1"/>
        </a:solidFill>
        <a:latin typeface="Humanst521 BT" pitchFamily="34" charset="0"/>
        <a:ea typeface="+mn-ea"/>
        <a:cs typeface="+mn-cs"/>
      </a:defRPr>
    </a:lvl1pPr>
    <a:lvl2pPr marL="424222" algn="l" rtl="0" eaLnBrk="0" fontAlgn="base" hangingPunct="0">
      <a:spcBef>
        <a:spcPct val="0"/>
      </a:spcBef>
      <a:spcAft>
        <a:spcPct val="0"/>
      </a:spcAft>
      <a:defRPr sz="10300" kern="1200">
        <a:solidFill>
          <a:schemeClr val="tx1"/>
        </a:solidFill>
        <a:latin typeface="Humanst521 BT" pitchFamily="34" charset="0"/>
        <a:ea typeface="+mn-ea"/>
        <a:cs typeface="+mn-cs"/>
      </a:defRPr>
    </a:lvl2pPr>
    <a:lvl3pPr marL="848445" algn="l" rtl="0" eaLnBrk="0" fontAlgn="base" hangingPunct="0">
      <a:spcBef>
        <a:spcPct val="0"/>
      </a:spcBef>
      <a:spcAft>
        <a:spcPct val="0"/>
      </a:spcAft>
      <a:defRPr sz="10300" kern="1200">
        <a:solidFill>
          <a:schemeClr val="tx1"/>
        </a:solidFill>
        <a:latin typeface="Humanst521 BT" pitchFamily="34" charset="0"/>
        <a:ea typeface="+mn-ea"/>
        <a:cs typeface="+mn-cs"/>
      </a:defRPr>
    </a:lvl3pPr>
    <a:lvl4pPr marL="1272667" algn="l" rtl="0" eaLnBrk="0" fontAlgn="base" hangingPunct="0">
      <a:spcBef>
        <a:spcPct val="0"/>
      </a:spcBef>
      <a:spcAft>
        <a:spcPct val="0"/>
      </a:spcAft>
      <a:defRPr sz="10300" kern="1200">
        <a:solidFill>
          <a:schemeClr val="tx1"/>
        </a:solidFill>
        <a:latin typeface="Humanst521 BT" pitchFamily="34" charset="0"/>
        <a:ea typeface="+mn-ea"/>
        <a:cs typeface="+mn-cs"/>
      </a:defRPr>
    </a:lvl4pPr>
    <a:lvl5pPr marL="1696890" algn="l" rtl="0" eaLnBrk="0" fontAlgn="base" hangingPunct="0">
      <a:spcBef>
        <a:spcPct val="0"/>
      </a:spcBef>
      <a:spcAft>
        <a:spcPct val="0"/>
      </a:spcAft>
      <a:defRPr sz="10300" kern="1200">
        <a:solidFill>
          <a:schemeClr val="tx1"/>
        </a:solidFill>
        <a:latin typeface="Humanst521 BT" pitchFamily="34" charset="0"/>
        <a:ea typeface="+mn-ea"/>
        <a:cs typeface="+mn-cs"/>
      </a:defRPr>
    </a:lvl5pPr>
    <a:lvl6pPr marL="2121113" algn="l" defTabSz="848445" rtl="0" eaLnBrk="1" latinLnBrk="0" hangingPunct="1">
      <a:defRPr sz="10300" kern="1200">
        <a:solidFill>
          <a:schemeClr val="tx1"/>
        </a:solidFill>
        <a:latin typeface="Humanst521 BT" pitchFamily="34" charset="0"/>
        <a:ea typeface="+mn-ea"/>
        <a:cs typeface="+mn-cs"/>
      </a:defRPr>
    </a:lvl6pPr>
    <a:lvl7pPr marL="2545336" algn="l" defTabSz="848445" rtl="0" eaLnBrk="1" latinLnBrk="0" hangingPunct="1">
      <a:defRPr sz="10300" kern="1200">
        <a:solidFill>
          <a:schemeClr val="tx1"/>
        </a:solidFill>
        <a:latin typeface="Humanst521 BT" pitchFamily="34" charset="0"/>
        <a:ea typeface="+mn-ea"/>
        <a:cs typeface="+mn-cs"/>
      </a:defRPr>
    </a:lvl7pPr>
    <a:lvl8pPr marL="2969558" algn="l" defTabSz="848445" rtl="0" eaLnBrk="1" latinLnBrk="0" hangingPunct="1">
      <a:defRPr sz="10300" kern="1200">
        <a:solidFill>
          <a:schemeClr val="tx1"/>
        </a:solidFill>
        <a:latin typeface="Humanst521 BT" pitchFamily="34" charset="0"/>
        <a:ea typeface="+mn-ea"/>
        <a:cs typeface="+mn-cs"/>
      </a:defRPr>
    </a:lvl8pPr>
    <a:lvl9pPr marL="3393781" algn="l" defTabSz="848445" rtl="0" eaLnBrk="1" latinLnBrk="0" hangingPunct="1">
      <a:defRPr sz="10300" kern="1200">
        <a:solidFill>
          <a:schemeClr val="tx1"/>
        </a:solidFill>
        <a:latin typeface="Humanst521 BT" pitchFamily="34" charset="0"/>
        <a:ea typeface="+mn-ea"/>
        <a:cs typeface="+mn-cs"/>
      </a:defRPr>
    </a:lvl9pPr>
  </p:defaultTextStyle>
  <p:extLst>
    <p:ext uri="{EFAFB233-063F-42B5-8137-9DF3F51BA10A}">
      <p15:sldGuideLst xmlns:p15="http://schemas.microsoft.com/office/powerpoint/2012/main">
        <p15:guide id="1" orient="horz" pos="24228">
          <p15:clr>
            <a:srgbClr val="A4A3A4"/>
          </p15:clr>
        </p15:guide>
        <p15:guide id="2" pos="1799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4D7"/>
    <a:srgbClr val="DAE5F5"/>
    <a:srgbClr val="2312FC"/>
    <a:srgbClr val="1976FF"/>
    <a:srgbClr val="1171FF"/>
    <a:srgbClr val="1574FF"/>
    <a:srgbClr val="217BFF"/>
    <a:srgbClr val="2980FF"/>
    <a:srgbClr val="096DFF"/>
    <a:srgbClr val="005D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3464" autoAdjust="0"/>
  </p:normalViewPr>
  <p:slideViewPr>
    <p:cSldViewPr>
      <p:cViewPr>
        <p:scale>
          <a:sx n="25" d="100"/>
          <a:sy n="25" d="100"/>
        </p:scale>
        <p:origin x="1120" y="92"/>
      </p:cViewPr>
      <p:guideLst>
        <p:guide orient="horz" pos="24228"/>
        <p:guide pos="17997"/>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07510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Times New Roman" pitchFamily="18" charset="0"/>
        <a:ea typeface="+mn-ea"/>
        <a:cs typeface="+mn-cs"/>
      </a:defRPr>
    </a:lvl1pPr>
    <a:lvl2pPr marL="424222" algn="l" rtl="0" eaLnBrk="0" fontAlgn="base" hangingPunct="0">
      <a:spcBef>
        <a:spcPct val="30000"/>
      </a:spcBef>
      <a:spcAft>
        <a:spcPct val="0"/>
      </a:spcAft>
      <a:defRPr sz="1100" kern="1200">
        <a:solidFill>
          <a:schemeClr val="tx1"/>
        </a:solidFill>
        <a:latin typeface="Times New Roman" pitchFamily="18" charset="0"/>
        <a:ea typeface="+mn-ea"/>
        <a:cs typeface="+mn-cs"/>
      </a:defRPr>
    </a:lvl2pPr>
    <a:lvl3pPr marL="848445" algn="l" rtl="0" eaLnBrk="0" fontAlgn="base" hangingPunct="0">
      <a:spcBef>
        <a:spcPct val="30000"/>
      </a:spcBef>
      <a:spcAft>
        <a:spcPct val="0"/>
      </a:spcAft>
      <a:defRPr sz="1100" kern="1200">
        <a:solidFill>
          <a:schemeClr val="tx1"/>
        </a:solidFill>
        <a:latin typeface="Times New Roman" pitchFamily="18" charset="0"/>
        <a:ea typeface="+mn-ea"/>
        <a:cs typeface="+mn-cs"/>
      </a:defRPr>
    </a:lvl3pPr>
    <a:lvl4pPr marL="1272667" algn="l" rtl="0" eaLnBrk="0" fontAlgn="base" hangingPunct="0">
      <a:spcBef>
        <a:spcPct val="30000"/>
      </a:spcBef>
      <a:spcAft>
        <a:spcPct val="0"/>
      </a:spcAft>
      <a:defRPr sz="1100" kern="1200">
        <a:solidFill>
          <a:schemeClr val="tx1"/>
        </a:solidFill>
        <a:latin typeface="Times New Roman" pitchFamily="18" charset="0"/>
        <a:ea typeface="+mn-ea"/>
        <a:cs typeface="+mn-cs"/>
      </a:defRPr>
    </a:lvl4pPr>
    <a:lvl5pPr marL="1696890" algn="l" rtl="0" eaLnBrk="0" fontAlgn="base" hangingPunct="0">
      <a:spcBef>
        <a:spcPct val="30000"/>
      </a:spcBef>
      <a:spcAft>
        <a:spcPct val="0"/>
      </a:spcAft>
      <a:defRPr sz="1100" kern="1200">
        <a:solidFill>
          <a:schemeClr val="tx1"/>
        </a:solidFill>
        <a:latin typeface="Times New Roman" pitchFamily="18" charset="0"/>
        <a:ea typeface="+mn-ea"/>
        <a:cs typeface="+mn-cs"/>
      </a:defRPr>
    </a:lvl5pPr>
    <a:lvl6pPr marL="2121113" algn="l" defTabSz="848445" rtl="0" eaLnBrk="1" latinLnBrk="0" hangingPunct="1">
      <a:defRPr sz="1100" kern="1200">
        <a:solidFill>
          <a:schemeClr val="tx1"/>
        </a:solidFill>
        <a:latin typeface="+mn-lt"/>
        <a:ea typeface="+mn-ea"/>
        <a:cs typeface="+mn-cs"/>
      </a:defRPr>
    </a:lvl6pPr>
    <a:lvl7pPr marL="2545336" algn="l" defTabSz="848445" rtl="0" eaLnBrk="1" latinLnBrk="0" hangingPunct="1">
      <a:defRPr sz="1100" kern="1200">
        <a:solidFill>
          <a:schemeClr val="tx1"/>
        </a:solidFill>
        <a:latin typeface="+mn-lt"/>
        <a:ea typeface="+mn-ea"/>
        <a:cs typeface="+mn-cs"/>
      </a:defRPr>
    </a:lvl7pPr>
    <a:lvl8pPr marL="2969558" algn="l" defTabSz="848445" rtl="0" eaLnBrk="1" latinLnBrk="0" hangingPunct="1">
      <a:defRPr sz="1100" kern="1200">
        <a:solidFill>
          <a:schemeClr val="tx1"/>
        </a:solidFill>
        <a:latin typeface="+mn-lt"/>
        <a:ea typeface="+mn-ea"/>
        <a:cs typeface="+mn-cs"/>
      </a:defRPr>
    </a:lvl8pPr>
    <a:lvl9pPr marL="3393781" algn="l" defTabSz="848445"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84388" y="744538"/>
            <a:ext cx="2628900" cy="3721100"/>
          </a:xfrm>
          <a:prstGeom prst="rect">
            <a:avLst/>
          </a:prstGeom>
          <a:noFill/>
          <a:ln w="12700">
            <a:solidFill>
              <a:prstClr val="black"/>
            </a:solidFill>
          </a:ln>
        </p:spPr>
      </p:sp>
      <p:sp>
        <p:nvSpPr>
          <p:cNvPr id="3" name="Notes Placeholder 2"/>
          <p:cNvSpPr>
            <a:spLocks noGrp="1"/>
          </p:cNvSpPr>
          <p:nvPr>
            <p:ph type="body" idx="1"/>
          </p:nvPr>
        </p:nvSpPr>
        <p:spPr>
          <a:xfrm>
            <a:off x="679457" y="4715959"/>
            <a:ext cx="5438775" cy="4466986"/>
          </a:xfrm>
          <a:prstGeom prst="rect">
            <a:avLst/>
          </a:prstGeom>
        </p:spPr>
        <p:txBody>
          <a:bodyPr lIns="92720" tIns="46361" rIns="92720" bIns="46361"/>
          <a:lstStyle/>
          <a:p>
            <a:endParaRPr lang="de-CH" dirty="0"/>
          </a:p>
        </p:txBody>
      </p:sp>
    </p:spTree>
    <p:extLst>
      <p:ext uri="{BB962C8B-B14F-4D97-AF65-F5344CB8AC3E}">
        <p14:creationId xmlns:p14="http://schemas.microsoft.com/office/powerpoint/2010/main" val="2666661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54953" y="13203868"/>
            <a:ext cx="25554169" cy="9110993"/>
          </a:xfrm>
        </p:spPr>
        <p:txBody>
          <a:bodyPr/>
          <a:lstStyle/>
          <a:p>
            <a:r>
              <a:rPr lang="en-US"/>
              <a:t>Click to edit Master title style</a:t>
            </a:r>
            <a:endParaRPr lang="de-CH"/>
          </a:p>
        </p:txBody>
      </p:sp>
      <p:sp>
        <p:nvSpPr>
          <p:cNvPr id="3" name="Subtitle 2"/>
          <p:cNvSpPr>
            <a:spLocks noGrp="1"/>
          </p:cNvSpPr>
          <p:nvPr>
            <p:ph type="subTitle" idx="1"/>
          </p:nvPr>
        </p:nvSpPr>
        <p:spPr>
          <a:xfrm>
            <a:off x="4509906" y="24085788"/>
            <a:ext cx="21044263" cy="10861293"/>
          </a:xfrm>
        </p:spPr>
        <p:txBody>
          <a:bodyPr/>
          <a:lstStyle>
            <a:lvl1pPr marL="0" indent="0" algn="ctr">
              <a:buNone/>
              <a:defRPr/>
            </a:lvl1pPr>
            <a:lvl2pPr marL="424222" indent="0" algn="ctr">
              <a:buNone/>
              <a:defRPr/>
            </a:lvl2pPr>
            <a:lvl3pPr marL="848445" indent="0" algn="ctr">
              <a:buNone/>
              <a:defRPr/>
            </a:lvl3pPr>
            <a:lvl4pPr marL="1272667" indent="0" algn="ctr">
              <a:buNone/>
              <a:defRPr/>
            </a:lvl4pPr>
            <a:lvl5pPr marL="1696890" indent="0" algn="ctr">
              <a:buNone/>
              <a:defRPr/>
            </a:lvl5pPr>
            <a:lvl6pPr marL="2121113" indent="0" algn="ctr">
              <a:buNone/>
              <a:defRPr/>
            </a:lvl6pPr>
            <a:lvl7pPr marL="2545336" indent="0" algn="ctr">
              <a:buNone/>
              <a:defRPr/>
            </a:lvl7pPr>
            <a:lvl8pPr marL="2969558" indent="0" algn="ctr">
              <a:buNone/>
              <a:defRPr/>
            </a:lvl8pPr>
            <a:lvl9pPr marL="3393781" indent="0" algn="ctr">
              <a:buNone/>
              <a:defRPr/>
            </a:lvl9pPr>
          </a:lstStyle>
          <a:p>
            <a:r>
              <a:rPr lang="en-US"/>
              <a:t>Click to edit Master subtitle style</a:t>
            </a:r>
            <a:endParaRPr lang="de-CH"/>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6F8EFAE6-9E9E-45CF-A12A-C6398D29B5A0}" type="slidenum">
              <a:rPr lang="en-US"/>
              <a:pPr/>
              <a:t>‹#›</a:t>
            </a:fld>
            <a:endParaRPr lang="en-US" dirty="0"/>
          </a:p>
        </p:txBody>
      </p:sp>
    </p:spTree>
    <p:extLst>
      <p:ext uri="{BB962C8B-B14F-4D97-AF65-F5344CB8AC3E}">
        <p14:creationId xmlns:p14="http://schemas.microsoft.com/office/powerpoint/2010/main" val="1564842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E6B7A2B1-016A-447D-8425-37585C916E95}" type="slidenum">
              <a:rPr lang="en-US"/>
              <a:pPr/>
              <a:t>‹#›</a:t>
            </a:fld>
            <a:endParaRPr lang="en-US" dirty="0"/>
          </a:p>
        </p:txBody>
      </p:sp>
    </p:spTree>
    <p:extLst>
      <p:ext uri="{BB962C8B-B14F-4D97-AF65-F5344CB8AC3E}">
        <p14:creationId xmlns:p14="http://schemas.microsoft.com/office/powerpoint/2010/main" val="693558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74255" y="27312352"/>
            <a:ext cx="25555643" cy="8442107"/>
          </a:xfrm>
        </p:spPr>
        <p:txBody>
          <a:bodyPr anchor="t"/>
          <a:lstStyle>
            <a:lvl1pPr algn="l">
              <a:defRPr sz="3700" b="1" cap="all"/>
            </a:lvl1pPr>
          </a:lstStyle>
          <a:p>
            <a:r>
              <a:rPr lang="en-US"/>
              <a:t>Click to edit Master title style</a:t>
            </a:r>
            <a:endParaRPr lang="de-CH"/>
          </a:p>
        </p:txBody>
      </p:sp>
      <p:sp>
        <p:nvSpPr>
          <p:cNvPr id="3" name="Text Placeholder 2"/>
          <p:cNvSpPr>
            <a:spLocks noGrp="1"/>
          </p:cNvSpPr>
          <p:nvPr>
            <p:ph type="body" idx="1"/>
          </p:nvPr>
        </p:nvSpPr>
        <p:spPr>
          <a:xfrm>
            <a:off x="2374255" y="18014248"/>
            <a:ext cx="25555643" cy="9298104"/>
          </a:xfrm>
        </p:spPr>
        <p:txBody>
          <a:bodyPr anchor="b"/>
          <a:lstStyle>
            <a:lvl1pPr marL="0" indent="0">
              <a:buNone/>
              <a:defRPr sz="1900"/>
            </a:lvl1pPr>
            <a:lvl2pPr marL="424222" indent="0">
              <a:buNone/>
              <a:defRPr sz="1700"/>
            </a:lvl2pPr>
            <a:lvl3pPr marL="848445" indent="0">
              <a:buNone/>
              <a:defRPr sz="1500"/>
            </a:lvl3pPr>
            <a:lvl4pPr marL="1272667" indent="0">
              <a:buNone/>
              <a:defRPr sz="1300"/>
            </a:lvl4pPr>
            <a:lvl5pPr marL="1696890" indent="0">
              <a:buNone/>
              <a:defRPr sz="1300"/>
            </a:lvl5pPr>
            <a:lvl6pPr marL="2121113" indent="0">
              <a:buNone/>
              <a:defRPr sz="1300"/>
            </a:lvl6pPr>
            <a:lvl7pPr marL="2545336" indent="0">
              <a:buNone/>
              <a:defRPr sz="1300"/>
            </a:lvl7pPr>
            <a:lvl8pPr marL="2969558" indent="0">
              <a:buNone/>
              <a:defRPr sz="1300"/>
            </a:lvl8pPr>
            <a:lvl9pPr marL="3393781" indent="0">
              <a:buNone/>
              <a:defRPr sz="13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CC1E8F06-5EA8-4729-B5B9-644192662345}" type="slidenum">
              <a:rPr lang="en-US"/>
              <a:pPr/>
              <a:t>‹#›</a:t>
            </a:fld>
            <a:endParaRPr lang="en-US" dirty="0"/>
          </a:p>
        </p:txBody>
      </p:sp>
    </p:spTree>
    <p:extLst>
      <p:ext uri="{BB962C8B-B14F-4D97-AF65-F5344CB8AC3E}">
        <p14:creationId xmlns:p14="http://schemas.microsoft.com/office/powerpoint/2010/main" val="1599980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sz="half" idx="1"/>
          </p:nvPr>
        </p:nvSpPr>
        <p:spPr>
          <a:xfrm>
            <a:off x="2253480" y="12281571"/>
            <a:ext cx="12707860" cy="25501646"/>
          </a:xfrm>
        </p:spPr>
        <p:txBody>
          <a:bodyPr/>
          <a:lstStyle>
            <a:lvl1pPr>
              <a:defRPr sz="2600"/>
            </a:lvl1pPr>
            <a:lvl2pPr>
              <a:defRPr sz="22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p:cNvSpPr>
            <a:spLocks noGrp="1"/>
          </p:cNvSpPr>
          <p:nvPr>
            <p:ph sz="half" idx="2"/>
          </p:nvPr>
        </p:nvSpPr>
        <p:spPr>
          <a:xfrm>
            <a:off x="15102736" y="12281571"/>
            <a:ext cx="12707860" cy="25501646"/>
          </a:xfrm>
        </p:spPr>
        <p:txBody>
          <a:bodyPr/>
          <a:lstStyle>
            <a:lvl1pPr>
              <a:defRPr sz="2600"/>
            </a:lvl1pPr>
            <a:lvl2pPr>
              <a:defRPr sz="22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p:cNvSpPr>
            <a:spLocks noGrp="1"/>
          </p:cNvSpPr>
          <p:nvPr>
            <p:ph type="dt" sz="half" idx="10"/>
          </p:nvPr>
        </p:nvSpPr>
        <p:spPr/>
        <p:txBody>
          <a:bodyPr/>
          <a:lstStyle>
            <a:lvl1pPr>
              <a:defRPr/>
            </a:lvl1pPr>
          </a:lstStyle>
          <a:p>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3E41B441-9A85-4CAD-A891-EFF74A5959FD}" type="slidenum">
              <a:rPr lang="en-US"/>
              <a:pPr/>
              <a:t>‹#›</a:t>
            </a:fld>
            <a:endParaRPr lang="en-US" dirty="0"/>
          </a:p>
        </p:txBody>
      </p:sp>
    </p:spTree>
    <p:extLst>
      <p:ext uri="{BB962C8B-B14F-4D97-AF65-F5344CB8AC3E}">
        <p14:creationId xmlns:p14="http://schemas.microsoft.com/office/powerpoint/2010/main" val="22654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03794" y="1701682"/>
            <a:ext cx="27056489" cy="7083709"/>
          </a:xfrm>
        </p:spPr>
        <p:txBody>
          <a:bodyPr/>
          <a:lstStyle>
            <a:lvl1pPr>
              <a:defRPr/>
            </a:lvl1pPr>
          </a:lstStyle>
          <a:p>
            <a:r>
              <a:rPr lang="en-US"/>
              <a:t>Click to edit Master title style</a:t>
            </a:r>
            <a:endParaRPr lang="de-CH"/>
          </a:p>
        </p:txBody>
      </p:sp>
      <p:sp>
        <p:nvSpPr>
          <p:cNvPr id="3" name="Text Placeholder 2"/>
          <p:cNvSpPr>
            <a:spLocks noGrp="1"/>
          </p:cNvSpPr>
          <p:nvPr>
            <p:ph type="body" idx="1"/>
          </p:nvPr>
        </p:nvSpPr>
        <p:spPr>
          <a:xfrm>
            <a:off x="1503794" y="9514682"/>
            <a:ext cx="13282277" cy="3964697"/>
          </a:xfrm>
        </p:spPr>
        <p:txBody>
          <a:bodyPr anchor="b"/>
          <a:lstStyle>
            <a:lvl1pPr marL="0" indent="0">
              <a:buNone/>
              <a:defRPr sz="2200" b="1"/>
            </a:lvl1pPr>
            <a:lvl2pPr marL="424222" indent="0">
              <a:buNone/>
              <a:defRPr sz="1900" b="1"/>
            </a:lvl2pPr>
            <a:lvl3pPr marL="848445" indent="0">
              <a:buNone/>
              <a:defRPr sz="1700" b="1"/>
            </a:lvl3pPr>
            <a:lvl4pPr marL="1272667" indent="0">
              <a:buNone/>
              <a:defRPr sz="1500" b="1"/>
            </a:lvl4pPr>
            <a:lvl5pPr marL="1696890" indent="0">
              <a:buNone/>
              <a:defRPr sz="1500" b="1"/>
            </a:lvl5pPr>
            <a:lvl6pPr marL="2121113" indent="0">
              <a:buNone/>
              <a:defRPr sz="1500" b="1"/>
            </a:lvl6pPr>
            <a:lvl7pPr marL="2545336" indent="0">
              <a:buNone/>
              <a:defRPr sz="1500" b="1"/>
            </a:lvl7pPr>
            <a:lvl8pPr marL="2969558" indent="0">
              <a:buNone/>
              <a:defRPr sz="1500" b="1"/>
            </a:lvl8pPr>
            <a:lvl9pPr marL="3393781" indent="0">
              <a:buNone/>
              <a:defRPr sz="1500" b="1"/>
            </a:lvl9pPr>
          </a:lstStyle>
          <a:p>
            <a:pPr lvl="0"/>
            <a:r>
              <a:rPr lang="en-US"/>
              <a:t>Click to edit Master text styles</a:t>
            </a:r>
          </a:p>
        </p:txBody>
      </p:sp>
      <p:sp>
        <p:nvSpPr>
          <p:cNvPr id="4" name="Content Placeholder 3"/>
          <p:cNvSpPr>
            <a:spLocks noGrp="1"/>
          </p:cNvSpPr>
          <p:nvPr>
            <p:ph sz="half" idx="2"/>
          </p:nvPr>
        </p:nvSpPr>
        <p:spPr>
          <a:xfrm>
            <a:off x="1503794" y="13479379"/>
            <a:ext cx="13282277" cy="24488003"/>
          </a:xfrm>
        </p:spPr>
        <p:txBody>
          <a:bodyPr/>
          <a:lstStyle>
            <a:lvl1pPr>
              <a:defRPr sz="22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p:cNvSpPr>
            <a:spLocks noGrp="1"/>
          </p:cNvSpPr>
          <p:nvPr>
            <p:ph type="body" sz="quarter" idx="3"/>
          </p:nvPr>
        </p:nvSpPr>
        <p:spPr>
          <a:xfrm>
            <a:off x="15272116" y="9514682"/>
            <a:ext cx="13288168" cy="3964697"/>
          </a:xfrm>
        </p:spPr>
        <p:txBody>
          <a:bodyPr anchor="b"/>
          <a:lstStyle>
            <a:lvl1pPr marL="0" indent="0">
              <a:buNone/>
              <a:defRPr sz="2200" b="1"/>
            </a:lvl1pPr>
            <a:lvl2pPr marL="424222" indent="0">
              <a:buNone/>
              <a:defRPr sz="1900" b="1"/>
            </a:lvl2pPr>
            <a:lvl3pPr marL="848445" indent="0">
              <a:buNone/>
              <a:defRPr sz="1700" b="1"/>
            </a:lvl3pPr>
            <a:lvl4pPr marL="1272667" indent="0">
              <a:buNone/>
              <a:defRPr sz="1500" b="1"/>
            </a:lvl4pPr>
            <a:lvl5pPr marL="1696890" indent="0">
              <a:buNone/>
              <a:defRPr sz="1500" b="1"/>
            </a:lvl5pPr>
            <a:lvl6pPr marL="2121113" indent="0">
              <a:buNone/>
              <a:defRPr sz="1500" b="1"/>
            </a:lvl6pPr>
            <a:lvl7pPr marL="2545336" indent="0">
              <a:buNone/>
              <a:defRPr sz="1500" b="1"/>
            </a:lvl7pPr>
            <a:lvl8pPr marL="2969558" indent="0">
              <a:buNone/>
              <a:defRPr sz="1500" b="1"/>
            </a:lvl8pPr>
            <a:lvl9pPr marL="3393781" indent="0">
              <a:buNone/>
              <a:defRPr sz="1500" b="1"/>
            </a:lvl9pPr>
          </a:lstStyle>
          <a:p>
            <a:pPr lvl="0"/>
            <a:r>
              <a:rPr lang="en-US"/>
              <a:t>Click to edit Master text styles</a:t>
            </a:r>
          </a:p>
        </p:txBody>
      </p:sp>
      <p:sp>
        <p:nvSpPr>
          <p:cNvPr id="6" name="Content Placeholder 5"/>
          <p:cNvSpPr>
            <a:spLocks noGrp="1"/>
          </p:cNvSpPr>
          <p:nvPr>
            <p:ph sz="quarter" idx="4"/>
          </p:nvPr>
        </p:nvSpPr>
        <p:spPr>
          <a:xfrm>
            <a:off x="15272116" y="13479379"/>
            <a:ext cx="13288168" cy="24488003"/>
          </a:xfrm>
        </p:spPr>
        <p:txBody>
          <a:bodyPr/>
          <a:lstStyle>
            <a:lvl1pPr>
              <a:defRPr sz="22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p:cNvSpPr>
            <a:spLocks noGrp="1"/>
          </p:cNvSpPr>
          <p:nvPr>
            <p:ph type="dt" sz="half" idx="10"/>
          </p:nvPr>
        </p:nvSpPr>
        <p:spPr/>
        <p:txBody>
          <a:bodyPr/>
          <a:lstStyle>
            <a:lvl1pPr>
              <a:defRPr/>
            </a:lvl1pPr>
          </a:lstStyle>
          <a:p>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lvl1pPr>
              <a:defRPr/>
            </a:lvl1pPr>
          </a:lstStyle>
          <a:p>
            <a:fld id="{5DD4E592-089E-4C9C-BEE1-574835CCE34E}" type="slidenum">
              <a:rPr lang="en-US"/>
              <a:pPr/>
              <a:t>‹#›</a:t>
            </a:fld>
            <a:endParaRPr lang="en-US" dirty="0"/>
          </a:p>
        </p:txBody>
      </p:sp>
    </p:spTree>
    <p:extLst>
      <p:ext uri="{BB962C8B-B14F-4D97-AF65-F5344CB8AC3E}">
        <p14:creationId xmlns:p14="http://schemas.microsoft.com/office/powerpoint/2010/main" val="409145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Date Placeholder 2"/>
          <p:cNvSpPr>
            <a:spLocks noGrp="1"/>
          </p:cNvSpPr>
          <p:nvPr>
            <p:ph type="dt" sz="half" idx="10"/>
          </p:nvPr>
        </p:nvSpPr>
        <p:spPr/>
        <p:txBody>
          <a:bodyPr/>
          <a:lstStyle>
            <a:lvl1pPr>
              <a:defRPr/>
            </a:lvl1pPr>
          </a:lstStyle>
          <a:p>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lvl1pPr>
              <a:defRPr/>
            </a:lvl1pPr>
          </a:lstStyle>
          <a:p>
            <a:fld id="{A7E19637-B778-4B5A-A577-6A0F5966A1AD}" type="slidenum">
              <a:rPr lang="en-US"/>
              <a:pPr/>
              <a:t>‹#›</a:t>
            </a:fld>
            <a:endParaRPr lang="en-US" dirty="0"/>
          </a:p>
        </p:txBody>
      </p:sp>
    </p:spTree>
    <p:extLst>
      <p:ext uri="{BB962C8B-B14F-4D97-AF65-F5344CB8AC3E}">
        <p14:creationId xmlns:p14="http://schemas.microsoft.com/office/powerpoint/2010/main" val="3912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flip="none" rotWithShape="1">
          <a:gsLst>
            <a:gs pos="0">
              <a:schemeClr val="bg1"/>
            </a:gs>
            <a:gs pos="100000">
              <a:schemeClr val="tx1">
                <a:lumMod val="65000"/>
                <a:lumOff val="35000"/>
              </a:schemeClr>
            </a:gs>
            <a:gs pos="50000">
              <a:schemeClr val="tx1">
                <a:lumMod val="50000"/>
                <a:lumOff val="50000"/>
              </a:schemeClr>
            </a:gs>
          </a:gsLst>
          <a:lin ang="13500000" scaled="1"/>
          <a:tileRect/>
        </a:gra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AC02B5A-B41A-36F8-01A4-7936298882D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63250"/>
          <a:stretch/>
        </p:blipFill>
        <p:spPr>
          <a:xfrm>
            <a:off x="-1" y="2241750"/>
            <a:ext cx="30082031" cy="7488832"/>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4393077" y="40090830"/>
            <a:ext cx="5041021" cy="1652794"/>
          </a:xfrm>
          <a:prstGeom prst="rect">
            <a:avLst/>
          </a:prstGeom>
        </p:spPr>
      </p:pic>
      <p:sp>
        <p:nvSpPr>
          <p:cNvPr id="14" name="Rectangle 252"/>
          <p:cNvSpPr>
            <a:spLocks noChangeArrowheads="1"/>
          </p:cNvSpPr>
          <p:nvPr userDrawn="1"/>
        </p:nvSpPr>
        <p:spPr bwMode="auto">
          <a:xfrm>
            <a:off x="0" y="-837361"/>
            <a:ext cx="171423" cy="167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845" tIns="42422" rIns="84845" bIns="42422" numCol="1" anchor="ctr" anchorCtr="0" compatLnSpc="1">
            <a:prstTxWarp prst="textNoShape">
              <a:avLst/>
            </a:prstTxWarp>
            <a:spAutoFit/>
          </a:bodyPr>
          <a:lstStyle/>
          <a:p>
            <a:endParaRPr lang="en-US" dirty="0">
              <a:latin typeface="ETH Light" pitchFamily="2" charset="0"/>
            </a:endParaRPr>
          </a:p>
        </p:txBody>
      </p:sp>
      <p:sp>
        <p:nvSpPr>
          <p:cNvPr id="5" name="Rectangle 4"/>
          <p:cNvSpPr/>
          <p:nvPr userDrawn="1"/>
        </p:nvSpPr>
        <p:spPr bwMode="auto">
          <a:xfrm>
            <a:off x="414413" y="5914158"/>
            <a:ext cx="29307256" cy="33411712"/>
          </a:xfrm>
          <a:prstGeom prst="rect">
            <a:avLst/>
          </a:prstGeom>
          <a:solidFill>
            <a:schemeClr val="bg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de-DE" sz="11100" b="0" i="0" u="none" strike="noStrike" cap="none" normalizeH="0" baseline="0" dirty="0">
              <a:ln>
                <a:noFill/>
              </a:ln>
              <a:solidFill>
                <a:schemeClr val="tx1"/>
              </a:solidFill>
              <a:effectLst/>
              <a:latin typeface="Arial" panose="020B0604020202020204" pitchFamily="34" charset="0"/>
            </a:endParaRPr>
          </a:p>
        </p:txBody>
      </p:sp>
      <p:pic>
        <p:nvPicPr>
          <p:cNvPr id="17" name="Picture 16">
            <a:extLst>
              <a:ext uri="{FF2B5EF4-FFF2-40B4-BE49-F238E27FC236}">
                <a16:creationId xmlns:a16="http://schemas.microsoft.com/office/drawing/2014/main" id="{910A9F00-10FF-B511-1175-46464F5C764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2987"/>
          <a:stretch/>
        </p:blipFill>
        <p:spPr>
          <a:xfrm rot="10800000">
            <a:off x="-322" y="-1"/>
            <a:ext cx="30082031" cy="2488293"/>
          </a:xfrm>
          <a:prstGeom prst="rect">
            <a:avLst/>
          </a:prstGeom>
        </p:spPr>
      </p:pic>
      <p:pic>
        <p:nvPicPr>
          <p:cNvPr id="19" name="Picture 18">
            <a:extLst>
              <a:ext uri="{FF2B5EF4-FFF2-40B4-BE49-F238E27FC236}">
                <a16:creationId xmlns:a16="http://schemas.microsoft.com/office/drawing/2014/main" id="{BDF9A171-A53A-01FC-1205-85FB9F9E051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5757" y="40303624"/>
            <a:ext cx="6240000" cy="1440000"/>
          </a:xfrm>
          <a:prstGeom prst="rect">
            <a:avLst/>
          </a:prstGeom>
        </p:spPr>
      </p:pic>
    </p:spTree>
    <p:extLst>
      <p:ext uri="{BB962C8B-B14F-4D97-AF65-F5344CB8AC3E}">
        <p14:creationId xmlns:p14="http://schemas.microsoft.com/office/powerpoint/2010/main" val="1204151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03794" y="1692843"/>
            <a:ext cx="9890273" cy="7201574"/>
          </a:xfrm>
        </p:spPr>
        <p:txBody>
          <a:bodyPr anchor="b"/>
          <a:lstStyle>
            <a:lvl1pPr algn="l">
              <a:defRPr sz="1900" b="1"/>
            </a:lvl1pPr>
          </a:lstStyle>
          <a:p>
            <a:r>
              <a:rPr lang="en-US"/>
              <a:t>Click to edit Master title style</a:t>
            </a:r>
            <a:endParaRPr lang="de-CH"/>
          </a:p>
        </p:txBody>
      </p:sp>
      <p:sp>
        <p:nvSpPr>
          <p:cNvPr id="3" name="Content Placeholder 2"/>
          <p:cNvSpPr>
            <a:spLocks noGrp="1"/>
          </p:cNvSpPr>
          <p:nvPr>
            <p:ph idx="1"/>
          </p:nvPr>
        </p:nvSpPr>
        <p:spPr>
          <a:xfrm>
            <a:off x="11754920" y="1692843"/>
            <a:ext cx="16805364" cy="36274539"/>
          </a:xfrm>
        </p:spPr>
        <p:txBody>
          <a:bodyPr/>
          <a:lstStyle>
            <a:lvl1pPr>
              <a:defRPr sz="3000"/>
            </a:lvl1pPr>
            <a:lvl2pPr>
              <a:defRPr sz="2600"/>
            </a:lvl2pPr>
            <a:lvl3pPr>
              <a:defRPr sz="22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p:cNvSpPr>
            <a:spLocks noGrp="1"/>
          </p:cNvSpPr>
          <p:nvPr>
            <p:ph type="body" sz="half" idx="2"/>
          </p:nvPr>
        </p:nvSpPr>
        <p:spPr>
          <a:xfrm>
            <a:off x="1503794" y="8894416"/>
            <a:ext cx="9890273" cy="29072966"/>
          </a:xfrm>
        </p:spPr>
        <p:txBody>
          <a:bodyPr/>
          <a:lstStyle>
            <a:lvl1pPr marL="0" indent="0">
              <a:buNone/>
              <a:defRPr sz="1300"/>
            </a:lvl1pPr>
            <a:lvl2pPr marL="424222" indent="0">
              <a:buNone/>
              <a:defRPr sz="1100"/>
            </a:lvl2pPr>
            <a:lvl3pPr marL="848445" indent="0">
              <a:buNone/>
              <a:defRPr sz="900"/>
            </a:lvl3pPr>
            <a:lvl4pPr marL="1272667" indent="0">
              <a:buNone/>
              <a:defRPr sz="800"/>
            </a:lvl4pPr>
            <a:lvl5pPr marL="1696890" indent="0">
              <a:buNone/>
              <a:defRPr sz="800"/>
            </a:lvl5pPr>
            <a:lvl6pPr marL="2121113" indent="0">
              <a:buNone/>
              <a:defRPr sz="800"/>
            </a:lvl6pPr>
            <a:lvl7pPr marL="2545336" indent="0">
              <a:buNone/>
              <a:defRPr sz="800"/>
            </a:lvl7pPr>
            <a:lvl8pPr marL="2969558" indent="0">
              <a:buNone/>
              <a:defRPr sz="800"/>
            </a:lvl8pPr>
            <a:lvl9pPr marL="3393781"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E3DC0052-7925-4348-9969-57CB67F049E3}" type="slidenum">
              <a:rPr lang="en-US"/>
              <a:pPr/>
              <a:t>‹#›</a:t>
            </a:fld>
            <a:endParaRPr lang="en-US" dirty="0"/>
          </a:p>
        </p:txBody>
      </p:sp>
    </p:spTree>
    <p:extLst>
      <p:ext uri="{BB962C8B-B14F-4D97-AF65-F5344CB8AC3E}">
        <p14:creationId xmlns:p14="http://schemas.microsoft.com/office/powerpoint/2010/main" val="1403396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92924" y="29752165"/>
            <a:ext cx="18038150" cy="3512388"/>
          </a:xfrm>
        </p:spPr>
        <p:txBody>
          <a:bodyPr anchor="b"/>
          <a:lstStyle>
            <a:lvl1pPr algn="l">
              <a:defRPr sz="1900" b="1"/>
            </a:lvl1pPr>
          </a:lstStyle>
          <a:p>
            <a:r>
              <a:rPr lang="en-US"/>
              <a:t>Click to edit Master title style</a:t>
            </a:r>
            <a:endParaRPr lang="de-CH"/>
          </a:p>
        </p:txBody>
      </p:sp>
      <p:sp>
        <p:nvSpPr>
          <p:cNvPr id="3" name="Picture Placeholder 2"/>
          <p:cNvSpPr>
            <a:spLocks noGrp="1"/>
          </p:cNvSpPr>
          <p:nvPr>
            <p:ph type="pic" idx="1"/>
          </p:nvPr>
        </p:nvSpPr>
        <p:spPr>
          <a:xfrm>
            <a:off x="5892924" y="3798212"/>
            <a:ext cx="18038150" cy="25501646"/>
          </a:xfrm>
        </p:spPr>
        <p:txBody>
          <a:bodyPr/>
          <a:lstStyle>
            <a:lvl1pPr marL="0" indent="0">
              <a:buNone/>
              <a:defRPr sz="3000"/>
            </a:lvl1pPr>
            <a:lvl2pPr marL="424222" indent="0">
              <a:buNone/>
              <a:defRPr sz="2600"/>
            </a:lvl2pPr>
            <a:lvl3pPr marL="848445" indent="0">
              <a:buNone/>
              <a:defRPr sz="2200"/>
            </a:lvl3pPr>
            <a:lvl4pPr marL="1272667" indent="0">
              <a:buNone/>
              <a:defRPr sz="1900"/>
            </a:lvl4pPr>
            <a:lvl5pPr marL="1696890" indent="0">
              <a:buNone/>
              <a:defRPr sz="1900"/>
            </a:lvl5pPr>
            <a:lvl6pPr marL="2121113" indent="0">
              <a:buNone/>
              <a:defRPr sz="1900"/>
            </a:lvl6pPr>
            <a:lvl7pPr marL="2545336" indent="0">
              <a:buNone/>
              <a:defRPr sz="1900"/>
            </a:lvl7pPr>
            <a:lvl8pPr marL="2969558" indent="0">
              <a:buNone/>
              <a:defRPr sz="1900"/>
            </a:lvl8pPr>
            <a:lvl9pPr marL="3393781" indent="0">
              <a:buNone/>
              <a:defRPr sz="1900"/>
            </a:lvl9pPr>
          </a:lstStyle>
          <a:p>
            <a:r>
              <a:rPr lang="en-US"/>
              <a:t>Click icon to add picture</a:t>
            </a:r>
            <a:endParaRPr lang="de-CH"/>
          </a:p>
        </p:txBody>
      </p:sp>
      <p:sp>
        <p:nvSpPr>
          <p:cNvPr id="4" name="Text Placeholder 3"/>
          <p:cNvSpPr>
            <a:spLocks noGrp="1"/>
          </p:cNvSpPr>
          <p:nvPr>
            <p:ph type="body" sz="half" idx="2"/>
          </p:nvPr>
        </p:nvSpPr>
        <p:spPr>
          <a:xfrm>
            <a:off x="5892924" y="33264553"/>
            <a:ext cx="18038150" cy="4988652"/>
          </a:xfrm>
        </p:spPr>
        <p:txBody>
          <a:bodyPr/>
          <a:lstStyle>
            <a:lvl1pPr marL="0" indent="0">
              <a:buNone/>
              <a:defRPr sz="1300"/>
            </a:lvl1pPr>
            <a:lvl2pPr marL="424222" indent="0">
              <a:buNone/>
              <a:defRPr sz="1100"/>
            </a:lvl2pPr>
            <a:lvl3pPr marL="848445" indent="0">
              <a:buNone/>
              <a:defRPr sz="900"/>
            </a:lvl3pPr>
            <a:lvl4pPr marL="1272667" indent="0">
              <a:buNone/>
              <a:defRPr sz="800"/>
            </a:lvl4pPr>
            <a:lvl5pPr marL="1696890" indent="0">
              <a:buNone/>
              <a:defRPr sz="800"/>
            </a:lvl5pPr>
            <a:lvl6pPr marL="2121113" indent="0">
              <a:buNone/>
              <a:defRPr sz="800"/>
            </a:lvl6pPr>
            <a:lvl7pPr marL="2545336" indent="0">
              <a:buNone/>
              <a:defRPr sz="800"/>
            </a:lvl7pPr>
            <a:lvl8pPr marL="2969558" indent="0">
              <a:buNone/>
              <a:defRPr sz="800"/>
            </a:lvl8pPr>
            <a:lvl9pPr marL="3393781"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54299690-D79B-450C-A5A0-C0A6028DB0DE}" type="slidenum">
              <a:rPr lang="en-US"/>
              <a:pPr/>
              <a:t>‹#›</a:t>
            </a:fld>
            <a:endParaRPr lang="en-US" dirty="0"/>
          </a:p>
        </p:txBody>
      </p:sp>
    </p:spTree>
    <p:extLst>
      <p:ext uri="{BB962C8B-B14F-4D97-AF65-F5344CB8AC3E}">
        <p14:creationId xmlns:p14="http://schemas.microsoft.com/office/powerpoint/2010/main" val="3612627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3FB3501D-101E-4B66-8080-6E8C78A84AB1}" type="slidenum">
              <a:rPr lang="en-US"/>
              <a:pPr/>
              <a:t>‹#›</a:t>
            </a:fld>
            <a:endParaRPr lang="en-US" dirty="0"/>
          </a:p>
        </p:txBody>
      </p:sp>
    </p:spTree>
    <p:extLst>
      <p:ext uri="{BB962C8B-B14F-4D97-AF65-F5344CB8AC3E}">
        <p14:creationId xmlns:p14="http://schemas.microsoft.com/office/powerpoint/2010/main" val="3173217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421317" y="3780533"/>
            <a:ext cx="6389278" cy="34002685"/>
          </a:xfrm>
        </p:spPr>
        <p:txBody>
          <a:bodyPr vert="eaVert"/>
          <a:lstStyle/>
          <a:p>
            <a:r>
              <a:rPr lang="en-US"/>
              <a:t>Click to edit Master title style</a:t>
            </a:r>
            <a:endParaRPr lang="de-CH"/>
          </a:p>
        </p:txBody>
      </p:sp>
      <p:sp>
        <p:nvSpPr>
          <p:cNvPr id="3" name="Vertical Text Placeholder 2"/>
          <p:cNvSpPr>
            <a:spLocks noGrp="1"/>
          </p:cNvSpPr>
          <p:nvPr>
            <p:ph type="body" orient="vert" idx="1"/>
          </p:nvPr>
        </p:nvSpPr>
        <p:spPr>
          <a:xfrm>
            <a:off x="2253481" y="3780533"/>
            <a:ext cx="19026441" cy="340026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9A764589-2F9A-4711-A58E-659D23DF585E}" type="slidenum">
              <a:rPr lang="en-US"/>
              <a:pPr/>
              <a:t>‹#›</a:t>
            </a:fld>
            <a:endParaRPr lang="en-US" dirty="0"/>
          </a:p>
        </p:txBody>
      </p:sp>
    </p:spTree>
    <p:extLst>
      <p:ext uri="{BB962C8B-B14F-4D97-AF65-F5344CB8AC3E}">
        <p14:creationId xmlns:p14="http://schemas.microsoft.com/office/powerpoint/2010/main" val="83619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4EC6"/>
            </a:gs>
            <a:gs pos="50000">
              <a:schemeClr val="tx1"/>
            </a:gs>
            <a:gs pos="100000">
              <a:srgbClr val="0066FF"/>
            </a:gs>
          </a:gsLst>
          <a:lin ang="13500000" scaled="1"/>
          <a:tileRect/>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53480" y="3780532"/>
            <a:ext cx="25557115" cy="7083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4943" tIns="197473" rIns="394943" bIns="197473"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253480" y="12281571"/>
            <a:ext cx="25557115" cy="25501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4943" tIns="197473" rIns="394943" bIns="19747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8" name="Rectangle 4"/>
          <p:cNvSpPr>
            <a:spLocks noGrp="1" noChangeArrowheads="1"/>
          </p:cNvSpPr>
          <p:nvPr>
            <p:ph type="dt" sz="half" idx="2"/>
          </p:nvPr>
        </p:nvSpPr>
        <p:spPr bwMode="auto">
          <a:xfrm>
            <a:off x="2253480" y="38723194"/>
            <a:ext cx="6262612" cy="283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4943" tIns="197473" rIns="394943" bIns="197473" numCol="1" anchor="ctr" anchorCtr="0" compatLnSpc="1">
            <a:prstTxWarp prst="textNoShape">
              <a:avLst/>
            </a:prstTxWarp>
          </a:bodyPr>
          <a:lstStyle>
            <a:lvl1pPr defTabSz="3922587">
              <a:defRPr sz="6100">
                <a:latin typeface="+mn-lt"/>
              </a:defRPr>
            </a:lvl1pPr>
          </a:lstStyle>
          <a:p>
            <a:endParaRPr lang="en-US" dirty="0"/>
          </a:p>
        </p:txBody>
      </p:sp>
      <p:sp>
        <p:nvSpPr>
          <p:cNvPr id="1029" name="Rectangle 5"/>
          <p:cNvSpPr>
            <a:spLocks noGrp="1" noChangeArrowheads="1"/>
          </p:cNvSpPr>
          <p:nvPr>
            <p:ph type="ftr" sz="quarter" idx="3"/>
          </p:nvPr>
        </p:nvSpPr>
        <p:spPr bwMode="auto">
          <a:xfrm>
            <a:off x="10273219" y="38723194"/>
            <a:ext cx="9517640" cy="283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4943" tIns="197473" rIns="394943" bIns="197473" numCol="1" anchor="ctr" anchorCtr="0" compatLnSpc="1">
            <a:prstTxWarp prst="textNoShape">
              <a:avLst/>
            </a:prstTxWarp>
          </a:bodyPr>
          <a:lstStyle>
            <a:lvl1pPr algn="ctr" defTabSz="3922587">
              <a:defRPr sz="6100">
                <a:latin typeface="+mn-lt"/>
              </a:defRPr>
            </a:lvl1pPr>
          </a:lstStyle>
          <a:p>
            <a:endParaRPr lang="en-US" dirty="0"/>
          </a:p>
        </p:txBody>
      </p:sp>
      <p:sp>
        <p:nvSpPr>
          <p:cNvPr id="1030" name="Rectangle 6"/>
          <p:cNvSpPr>
            <a:spLocks noGrp="1" noChangeArrowheads="1"/>
          </p:cNvSpPr>
          <p:nvPr>
            <p:ph type="sldNum" sz="quarter" idx="4"/>
          </p:nvPr>
        </p:nvSpPr>
        <p:spPr bwMode="auto">
          <a:xfrm>
            <a:off x="21547983" y="38723194"/>
            <a:ext cx="6262612" cy="283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4943" tIns="197473" rIns="394943" bIns="197473" numCol="1" anchor="ctr" anchorCtr="0" compatLnSpc="1">
            <a:prstTxWarp prst="textNoShape">
              <a:avLst/>
            </a:prstTxWarp>
          </a:bodyPr>
          <a:lstStyle>
            <a:lvl1pPr algn="r" defTabSz="3922587">
              <a:defRPr sz="6100">
                <a:latin typeface="+mn-lt"/>
              </a:defRPr>
            </a:lvl1pPr>
          </a:lstStyle>
          <a:p>
            <a:fld id="{A72F75A6-3AE0-4487-9D60-1C743A5007C1}"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922587" rtl="0" eaLnBrk="1" fontAlgn="base" hangingPunct="1">
        <a:spcBef>
          <a:spcPct val="0"/>
        </a:spcBef>
        <a:spcAft>
          <a:spcPct val="0"/>
        </a:spcAft>
        <a:defRPr sz="18900">
          <a:solidFill>
            <a:schemeClr val="tx2"/>
          </a:solidFill>
          <a:latin typeface="+mj-lt"/>
          <a:ea typeface="+mj-ea"/>
          <a:cs typeface="+mj-cs"/>
        </a:defRPr>
      </a:lvl1pPr>
      <a:lvl2pPr algn="ctr" defTabSz="3922587" rtl="0" eaLnBrk="1" fontAlgn="base" hangingPunct="1">
        <a:spcBef>
          <a:spcPct val="0"/>
        </a:spcBef>
        <a:spcAft>
          <a:spcPct val="0"/>
        </a:spcAft>
        <a:defRPr sz="18900">
          <a:solidFill>
            <a:schemeClr val="tx2"/>
          </a:solidFill>
          <a:latin typeface="Times New Roman" pitchFamily="18" charset="0"/>
        </a:defRPr>
      </a:lvl2pPr>
      <a:lvl3pPr algn="ctr" defTabSz="3922587" rtl="0" eaLnBrk="1" fontAlgn="base" hangingPunct="1">
        <a:spcBef>
          <a:spcPct val="0"/>
        </a:spcBef>
        <a:spcAft>
          <a:spcPct val="0"/>
        </a:spcAft>
        <a:defRPr sz="18900">
          <a:solidFill>
            <a:schemeClr val="tx2"/>
          </a:solidFill>
          <a:latin typeface="Times New Roman" pitchFamily="18" charset="0"/>
        </a:defRPr>
      </a:lvl3pPr>
      <a:lvl4pPr algn="ctr" defTabSz="3922587" rtl="0" eaLnBrk="1" fontAlgn="base" hangingPunct="1">
        <a:spcBef>
          <a:spcPct val="0"/>
        </a:spcBef>
        <a:spcAft>
          <a:spcPct val="0"/>
        </a:spcAft>
        <a:defRPr sz="18900">
          <a:solidFill>
            <a:schemeClr val="tx2"/>
          </a:solidFill>
          <a:latin typeface="Times New Roman" pitchFamily="18" charset="0"/>
        </a:defRPr>
      </a:lvl4pPr>
      <a:lvl5pPr algn="ctr" defTabSz="3922587" rtl="0" eaLnBrk="1" fontAlgn="base" hangingPunct="1">
        <a:spcBef>
          <a:spcPct val="0"/>
        </a:spcBef>
        <a:spcAft>
          <a:spcPct val="0"/>
        </a:spcAft>
        <a:defRPr sz="18900">
          <a:solidFill>
            <a:schemeClr val="tx2"/>
          </a:solidFill>
          <a:latin typeface="Times New Roman" pitchFamily="18" charset="0"/>
        </a:defRPr>
      </a:lvl5pPr>
      <a:lvl6pPr marL="424222" algn="ctr" defTabSz="3922587" rtl="0" eaLnBrk="1" fontAlgn="base" hangingPunct="1">
        <a:spcBef>
          <a:spcPct val="0"/>
        </a:spcBef>
        <a:spcAft>
          <a:spcPct val="0"/>
        </a:spcAft>
        <a:defRPr sz="18900">
          <a:solidFill>
            <a:schemeClr val="tx2"/>
          </a:solidFill>
          <a:latin typeface="Times New Roman" pitchFamily="18" charset="0"/>
        </a:defRPr>
      </a:lvl6pPr>
      <a:lvl7pPr marL="848445" algn="ctr" defTabSz="3922587" rtl="0" eaLnBrk="1" fontAlgn="base" hangingPunct="1">
        <a:spcBef>
          <a:spcPct val="0"/>
        </a:spcBef>
        <a:spcAft>
          <a:spcPct val="0"/>
        </a:spcAft>
        <a:defRPr sz="18900">
          <a:solidFill>
            <a:schemeClr val="tx2"/>
          </a:solidFill>
          <a:latin typeface="Times New Roman" pitchFamily="18" charset="0"/>
        </a:defRPr>
      </a:lvl7pPr>
      <a:lvl8pPr marL="1272667" algn="ctr" defTabSz="3922587" rtl="0" eaLnBrk="1" fontAlgn="base" hangingPunct="1">
        <a:spcBef>
          <a:spcPct val="0"/>
        </a:spcBef>
        <a:spcAft>
          <a:spcPct val="0"/>
        </a:spcAft>
        <a:defRPr sz="18900">
          <a:solidFill>
            <a:schemeClr val="tx2"/>
          </a:solidFill>
          <a:latin typeface="Times New Roman" pitchFamily="18" charset="0"/>
        </a:defRPr>
      </a:lvl8pPr>
      <a:lvl9pPr marL="1696890" algn="ctr" defTabSz="3922587" rtl="0" eaLnBrk="1" fontAlgn="base" hangingPunct="1">
        <a:spcBef>
          <a:spcPct val="0"/>
        </a:spcBef>
        <a:spcAft>
          <a:spcPct val="0"/>
        </a:spcAft>
        <a:defRPr sz="18900">
          <a:solidFill>
            <a:schemeClr val="tx2"/>
          </a:solidFill>
          <a:latin typeface="Times New Roman" pitchFamily="18" charset="0"/>
        </a:defRPr>
      </a:lvl9pPr>
    </p:titleStyle>
    <p:bodyStyle>
      <a:lvl1pPr marL="1471522" indent="-1471522" algn="l" defTabSz="3922587" rtl="0" eaLnBrk="1" fontAlgn="base" hangingPunct="1">
        <a:spcBef>
          <a:spcPct val="20000"/>
        </a:spcBef>
        <a:spcAft>
          <a:spcPct val="0"/>
        </a:spcAft>
        <a:buChar char="•"/>
        <a:defRPr sz="13700">
          <a:solidFill>
            <a:schemeClr val="tx1"/>
          </a:solidFill>
          <a:latin typeface="+mn-lt"/>
          <a:ea typeface="+mn-ea"/>
          <a:cs typeface="+mn-cs"/>
        </a:defRPr>
      </a:lvl1pPr>
      <a:lvl2pPr marL="3186089" indent="-1225532" algn="l" defTabSz="3922587" rtl="0" eaLnBrk="1" fontAlgn="base" hangingPunct="1">
        <a:spcBef>
          <a:spcPct val="20000"/>
        </a:spcBef>
        <a:spcAft>
          <a:spcPct val="0"/>
        </a:spcAft>
        <a:buChar char="–"/>
        <a:defRPr sz="12000">
          <a:solidFill>
            <a:schemeClr val="tx1"/>
          </a:solidFill>
          <a:latin typeface="+mn-lt"/>
        </a:defRPr>
      </a:lvl2pPr>
      <a:lvl3pPr marL="4902128" indent="-979542" algn="l" defTabSz="3922587" rtl="0" eaLnBrk="1" fontAlgn="base" hangingPunct="1">
        <a:spcBef>
          <a:spcPct val="20000"/>
        </a:spcBef>
        <a:spcAft>
          <a:spcPct val="0"/>
        </a:spcAft>
        <a:buChar char="•"/>
        <a:defRPr sz="10300">
          <a:solidFill>
            <a:schemeClr val="tx1"/>
          </a:solidFill>
          <a:latin typeface="+mn-lt"/>
        </a:defRPr>
      </a:lvl3pPr>
      <a:lvl4pPr marL="6864157" indent="-981014" algn="l" defTabSz="3922587" rtl="0" eaLnBrk="1" fontAlgn="base" hangingPunct="1">
        <a:spcBef>
          <a:spcPct val="20000"/>
        </a:spcBef>
        <a:spcAft>
          <a:spcPct val="0"/>
        </a:spcAft>
        <a:buChar char="–"/>
        <a:defRPr sz="8500">
          <a:solidFill>
            <a:schemeClr val="tx1"/>
          </a:solidFill>
          <a:latin typeface="+mn-lt"/>
        </a:defRPr>
      </a:lvl4pPr>
      <a:lvl5pPr marL="8824713" indent="-981014" algn="l" defTabSz="3922587" rtl="0" eaLnBrk="1" fontAlgn="base" hangingPunct="1">
        <a:spcBef>
          <a:spcPct val="20000"/>
        </a:spcBef>
        <a:spcAft>
          <a:spcPct val="0"/>
        </a:spcAft>
        <a:buChar char="•"/>
        <a:defRPr sz="8500">
          <a:solidFill>
            <a:schemeClr val="tx1"/>
          </a:solidFill>
          <a:latin typeface="+mn-lt"/>
        </a:defRPr>
      </a:lvl5pPr>
      <a:lvl6pPr marL="9248936" indent="-981014" algn="l" defTabSz="3922587" rtl="0" eaLnBrk="1" fontAlgn="base" hangingPunct="1">
        <a:spcBef>
          <a:spcPct val="20000"/>
        </a:spcBef>
        <a:spcAft>
          <a:spcPct val="0"/>
        </a:spcAft>
        <a:buChar char="•"/>
        <a:defRPr sz="8500">
          <a:solidFill>
            <a:schemeClr val="tx1"/>
          </a:solidFill>
          <a:latin typeface="+mn-lt"/>
        </a:defRPr>
      </a:lvl6pPr>
      <a:lvl7pPr marL="9673159" indent="-981014" algn="l" defTabSz="3922587" rtl="0" eaLnBrk="1" fontAlgn="base" hangingPunct="1">
        <a:spcBef>
          <a:spcPct val="20000"/>
        </a:spcBef>
        <a:spcAft>
          <a:spcPct val="0"/>
        </a:spcAft>
        <a:buChar char="•"/>
        <a:defRPr sz="8500">
          <a:solidFill>
            <a:schemeClr val="tx1"/>
          </a:solidFill>
          <a:latin typeface="+mn-lt"/>
        </a:defRPr>
      </a:lvl7pPr>
      <a:lvl8pPr marL="10097382" indent="-981014" algn="l" defTabSz="3922587" rtl="0" eaLnBrk="1" fontAlgn="base" hangingPunct="1">
        <a:spcBef>
          <a:spcPct val="20000"/>
        </a:spcBef>
        <a:spcAft>
          <a:spcPct val="0"/>
        </a:spcAft>
        <a:buChar char="•"/>
        <a:defRPr sz="8500">
          <a:solidFill>
            <a:schemeClr val="tx1"/>
          </a:solidFill>
          <a:latin typeface="+mn-lt"/>
        </a:defRPr>
      </a:lvl8pPr>
      <a:lvl9pPr marL="10521604" indent="-981014" algn="l" defTabSz="3922587" rtl="0" eaLnBrk="1" fontAlgn="base" hangingPunct="1">
        <a:spcBef>
          <a:spcPct val="20000"/>
        </a:spcBef>
        <a:spcAft>
          <a:spcPct val="0"/>
        </a:spcAft>
        <a:buChar char="•"/>
        <a:defRPr sz="8500">
          <a:solidFill>
            <a:schemeClr val="tx1"/>
          </a:solidFill>
          <a:latin typeface="+mn-lt"/>
        </a:defRPr>
      </a:lvl9pPr>
    </p:bodyStyle>
    <p:otherStyle>
      <a:defPPr>
        <a:defRPr lang="de-DE"/>
      </a:defPPr>
      <a:lvl1pPr marL="0" algn="l" defTabSz="848445" rtl="0" eaLnBrk="1" latinLnBrk="0" hangingPunct="1">
        <a:defRPr sz="1700" kern="1200">
          <a:solidFill>
            <a:schemeClr val="tx1"/>
          </a:solidFill>
          <a:latin typeface="+mn-lt"/>
          <a:ea typeface="+mn-ea"/>
          <a:cs typeface="+mn-cs"/>
        </a:defRPr>
      </a:lvl1pPr>
      <a:lvl2pPr marL="424222" algn="l" defTabSz="848445" rtl="0" eaLnBrk="1" latinLnBrk="0" hangingPunct="1">
        <a:defRPr sz="1700" kern="1200">
          <a:solidFill>
            <a:schemeClr val="tx1"/>
          </a:solidFill>
          <a:latin typeface="+mn-lt"/>
          <a:ea typeface="+mn-ea"/>
          <a:cs typeface="+mn-cs"/>
        </a:defRPr>
      </a:lvl2pPr>
      <a:lvl3pPr marL="848445" algn="l" defTabSz="848445" rtl="0" eaLnBrk="1" latinLnBrk="0" hangingPunct="1">
        <a:defRPr sz="1700" kern="1200">
          <a:solidFill>
            <a:schemeClr val="tx1"/>
          </a:solidFill>
          <a:latin typeface="+mn-lt"/>
          <a:ea typeface="+mn-ea"/>
          <a:cs typeface="+mn-cs"/>
        </a:defRPr>
      </a:lvl3pPr>
      <a:lvl4pPr marL="1272667" algn="l" defTabSz="848445" rtl="0" eaLnBrk="1" latinLnBrk="0" hangingPunct="1">
        <a:defRPr sz="1700" kern="1200">
          <a:solidFill>
            <a:schemeClr val="tx1"/>
          </a:solidFill>
          <a:latin typeface="+mn-lt"/>
          <a:ea typeface="+mn-ea"/>
          <a:cs typeface="+mn-cs"/>
        </a:defRPr>
      </a:lvl4pPr>
      <a:lvl5pPr marL="1696890" algn="l" defTabSz="848445" rtl="0" eaLnBrk="1" latinLnBrk="0" hangingPunct="1">
        <a:defRPr sz="1700" kern="1200">
          <a:solidFill>
            <a:schemeClr val="tx1"/>
          </a:solidFill>
          <a:latin typeface="+mn-lt"/>
          <a:ea typeface="+mn-ea"/>
          <a:cs typeface="+mn-cs"/>
        </a:defRPr>
      </a:lvl5pPr>
      <a:lvl6pPr marL="2121113" algn="l" defTabSz="848445" rtl="0" eaLnBrk="1" latinLnBrk="0" hangingPunct="1">
        <a:defRPr sz="1700" kern="1200">
          <a:solidFill>
            <a:schemeClr val="tx1"/>
          </a:solidFill>
          <a:latin typeface="+mn-lt"/>
          <a:ea typeface="+mn-ea"/>
          <a:cs typeface="+mn-cs"/>
        </a:defRPr>
      </a:lvl6pPr>
      <a:lvl7pPr marL="2545336" algn="l" defTabSz="848445" rtl="0" eaLnBrk="1" latinLnBrk="0" hangingPunct="1">
        <a:defRPr sz="1700" kern="1200">
          <a:solidFill>
            <a:schemeClr val="tx1"/>
          </a:solidFill>
          <a:latin typeface="+mn-lt"/>
          <a:ea typeface="+mn-ea"/>
          <a:cs typeface="+mn-cs"/>
        </a:defRPr>
      </a:lvl7pPr>
      <a:lvl8pPr marL="2969558" algn="l" defTabSz="848445" rtl="0" eaLnBrk="1" latinLnBrk="0" hangingPunct="1">
        <a:defRPr sz="1700" kern="1200">
          <a:solidFill>
            <a:schemeClr val="tx1"/>
          </a:solidFill>
          <a:latin typeface="+mn-lt"/>
          <a:ea typeface="+mn-ea"/>
          <a:cs typeface="+mn-cs"/>
        </a:defRPr>
      </a:lvl8pPr>
      <a:lvl9pPr marL="3393781" algn="l" defTabSz="848445"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schemeClr>
            </a:gs>
            <a:gs pos="100000">
              <a:schemeClr val="tx1"/>
            </a:gs>
            <a:gs pos="50000">
              <a:schemeClr val="tx1"/>
            </a:gs>
          </a:gsLst>
          <a:lin ang="13500000" scaled="1"/>
          <a:tileRect/>
        </a:gradFill>
        <a:effectLst/>
      </p:bgPr>
    </p:bg>
    <p:spTree>
      <p:nvGrpSpPr>
        <p:cNvPr id="1" name=""/>
        <p:cNvGrpSpPr/>
        <p:nvPr/>
      </p:nvGrpSpPr>
      <p:grpSpPr>
        <a:xfrm>
          <a:off x="0" y="0"/>
          <a:ext cx="0" cy="0"/>
          <a:chOff x="0" y="0"/>
          <a:chExt cx="0" cy="0"/>
        </a:xfrm>
      </p:grpSpPr>
      <p:sp>
        <p:nvSpPr>
          <p:cNvPr id="92" name="TextBox 91"/>
          <p:cNvSpPr txBox="1"/>
          <p:nvPr/>
        </p:nvSpPr>
        <p:spPr>
          <a:xfrm>
            <a:off x="486421" y="3537895"/>
            <a:ext cx="29649662" cy="830997"/>
          </a:xfrm>
          <a:prstGeom prst="rect">
            <a:avLst/>
          </a:prstGeom>
          <a:noFill/>
        </p:spPr>
        <p:txBody>
          <a:bodyPr wrap="square" rtlCol="0">
            <a:spAutoFit/>
          </a:bodyPr>
          <a:lstStyle/>
          <a:p>
            <a:pPr algn="ctr"/>
            <a:r>
              <a:rPr lang="en-US" sz="4800" dirty="0">
                <a:solidFill>
                  <a:srgbClr val="FFFFFF"/>
                </a:solidFill>
                <a:latin typeface="Helvetica" pitchFamily="2" charset="0"/>
              </a:rPr>
              <a:t>Muhammad Abdul Aleem (MSDS25022)</a:t>
            </a:r>
            <a:endParaRPr lang="en-US" sz="4800" baseline="30000" dirty="0">
              <a:solidFill>
                <a:srgbClr val="FFFFFF"/>
              </a:solidFill>
              <a:latin typeface="Helvetica" pitchFamily="2" charset="0"/>
            </a:endParaRPr>
          </a:p>
        </p:txBody>
      </p:sp>
      <p:grpSp>
        <p:nvGrpSpPr>
          <p:cNvPr id="22" name="Group 21">
            <a:extLst>
              <a:ext uri="{FF2B5EF4-FFF2-40B4-BE49-F238E27FC236}">
                <a16:creationId xmlns:a16="http://schemas.microsoft.com/office/drawing/2014/main" id="{B3426E21-50A8-C2BB-04B2-32F4B818188A}"/>
              </a:ext>
            </a:extLst>
          </p:cNvPr>
          <p:cNvGrpSpPr/>
          <p:nvPr/>
        </p:nvGrpSpPr>
        <p:grpSpPr>
          <a:xfrm>
            <a:off x="761798" y="6679325"/>
            <a:ext cx="13994863" cy="7979224"/>
            <a:chOff x="761798" y="6679325"/>
            <a:chExt cx="13994863" cy="7979224"/>
          </a:xfrm>
        </p:grpSpPr>
        <p:sp>
          <p:nvSpPr>
            <p:cNvPr id="21" name="Rectangle 20">
              <a:extLst>
                <a:ext uri="{FF2B5EF4-FFF2-40B4-BE49-F238E27FC236}">
                  <a16:creationId xmlns:a16="http://schemas.microsoft.com/office/drawing/2014/main" id="{8D584C7D-D9F6-563E-BA84-A31F8CF0EE8E}"/>
                </a:ext>
              </a:extLst>
            </p:cNvPr>
            <p:cNvSpPr/>
            <p:nvPr/>
          </p:nvSpPr>
          <p:spPr bwMode="auto">
            <a:xfrm>
              <a:off x="761798" y="6679325"/>
              <a:ext cx="13994863" cy="7979224"/>
            </a:xfrm>
            <a:prstGeom prst="rect">
              <a:avLst/>
            </a:prstGeom>
            <a:solidFill>
              <a:schemeClr val="accent5">
                <a:lumMod val="20000"/>
                <a:lumOff val="80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en-US" sz="11100" b="0" i="0" u="none" strike="noStrike" cap="none" normalizeH="0" baseline="0" dirty="0">
                <a:ln>
                  <a:noFill/>
                </a:ln>
                <a:solidFill>
                  <a:schemeClr val="tx1"/>
                </a:solidFill>
                <a:effectLst/>
                <a:latin typeface="Helvetica" pitchFamily="2" charset="0"/>
              </a:endParaRPr>
            </a:p>
          </p:txBody>
        </p:sp>
        <p:sp>
          <p:nvSpPr>
            <p:cNvPr id="5" name="TextBox 4"/>
            <p:cNvSpPr txBox="1"/>
            <p:nvPr/>
          </p:nvSpPr>
          <p:spPr>
            <a:xfrm>
              <a:off x="918469" y="6994278"/>
              <a:ext cx="8555974" cy="830997"/>
            </a:xfrm>
            <a:prstGeom prst="rect">
              <a:avLst/>
            </a:prstGeom>
            <a:noFill/>
            <a:ln>
              <a:noFill/>
            </a:ln>
          </p:spPr>
          <p:txBody>
            <a:bodyPr wrap="square" rtlCol="0">
              <a:spAutoFit/>
            </a:bodyPr>
            <a:lstStyle/>
            <a:p>
              <a:r>
                <a:rPr lang="en-US" sz="4800" dirty="0">
                  <a:latin typeface="Helvetica" pitchFamily="2" charset="0"/>
                </a:rPr>
                <a:t>1. </a:t>
              </a:r>
              <a:r>
                <a:rPr lang="en-US" sz="4800" b="1" dirty="0">
                  <a:latin typeface="Helvetica" pitchFamily="2" charset="0"/>
                </a:rPr>
                <a:t>Introduction</a:t>
              </a:r>
              <a:endParaRPr lang="de-CH" sz="4800" b="1" dirty="0">
                <a:latin typeface="Helvetica" pitchFamily="2" charset="0"/>
              </a:endParaRPr>
            </a:p>
          </p:txBody>
        </p:sp>
        <p:sp>
          <p:nvSpPr>
            <p:cNvPr id="8" name="Content Placeholder 1"/>
            <p:cNvSpPr txBox="1">
              <a:spLocks/>
            </p:cNvSpPr>
            <p:nvPr/>
          </p:nvSpPr>
          <p:spPr>
            <a:xfrm>
              <a:off x="1187000" y="7816535"/>
              <a:ext cx="13211722" cy="5874488"/>
            </a:xfrm>
            <a:prstGeom prst="rect">
              <a:avLst/>
            </a:prstGeom>
            <a:noFill/>
            <a:ln>
              <a:noFill/>
            </a:ln>
          </p:spPr>
          <p:txBody>
            <a:bodyPr>
              <a:noAutofit/>
            </a:bodyPr>
            <a:lstStyle>
              <a:lvl1pPr marL="1471522" indent="-1471522" algn="l" defTabSz="3922587" rtl="0" eaLnBrk="0" fontAlgn="base" hangingPunct="0">
                <a:spcBef>
                  <a:spcPct val="20000"/>
                </a:spcBef>
                <a:spcAft>
                  <a:spcPct val="0"/>
                </a:spcAft>
                <a:buChar char="•"/>
                <a:defRPr sz="13700">
                  <a:solidFill>
                    <a:schemeClr val="tx1"/>
                  </a:solidFill>
                  <a:latin typeface="+mn-lt"/>
                  <a:ea typeface="+mn-ea"/>
                  <a:cs typeface="+mn-cs"/>
                </a:defRPr>
              </a:lvl1pPr>
              <a:lvl2pPr marL="3186089" indent="-1225532" algn="l" defTabSz="3922587" rtl="0" eaLnBrk="0" fontAlgn="base" hangingPunct="0">
                <a:spcBef>
                  <a:spcPct val="20000"/>
                </a:spcBef>
                <a:spcAft>
                  <a:spcPct val="0"/>
                </a:spcAft>
                <a:buChar char="–"/>
                <a:defRPr sz="12000">
                  <a:solidFill>
                    <a:schemeClr val="tx1"/>
                  </a:solidFill>
                  <a:latin typeface="+mn-lt"/>
                </a:defRPr>
              </a:lvl2pPr>
              <a:lvl3pPr marL="4902128" indent="-979542" algn="l" defTabSz="3922587" rtl="0" eaLnBrk="0" fontAlgn="base" hangingPunct="0">
                <a:spcBef>
                  <a:spcPct val="20000"/>
                </a:spcBef>
                <a:spcAft>
                  <a:spcPct val="0"/>
                </a:spcAft>
                <a:buChar char="•"/>
                <a:defRPr sz="10300">
                  <a:solidFill>
                    <a:schemeClr val="tx1"/>
                  </a:solidFill>
                  <a:latin typeface="+mn-lt"/>
                </a:defRPr>
              </a:lvl3pPr>
              <a:lvl4pPr marL="6864157" indent="-981014" algn="l" defTabSz="3922587" rtl="0" eaLnBrk="0" fontAlgn="base" hangingPunct="0">
                <a:spcBef>
                  <a:spcPct val="20000"/>
                </a:spcBef>
                <a:spcAft>
                  <a:spcPct val="0"/>
                </a:spcAft>
                <a:buChar char="–"/>
                <a:defRPr sz="8500">
                  <a:solidFill>
                    <a:schemeClr val="tx1"/>
                  </a:solidFill>
                  <a:latin typeface="+mn-lt"/>
                </a:defRPr>
              </a:lvl4pPr>
              <a:lvl5pPr marL="8824713" indent="-981014" algn="l" defTabSz="3922587" rtl="0" eaLnBrk="0" fontAlgn="base" hangingPunct="0">
                <a:spcBef>
                  <a:spcPct val="20000"/>
                </a:spcBef>
                <a:spcAft>
                  <a:spcPct val="0"/>
                </a:spcAft>
                <a:buChar char="•"/>
                <a:defRPr sz="8500">
                  <a:solidFill>
                    <a:schemeClr val="tx1"/>
                  </a:solidFill>
                  <a:latin typeface="+mn-lt"/>
                </a:defRPr>
              </a:lvl5pPr>
              <a:lvl6pPr marL="9248936" indent="-981014" algn="l" defTabSz="3922587" rtl="0" eaLnBrk="0" fontAlgn="base" hangingPunct="0">
                <a:spcBef>
                  <a:spcPct val="20000"/>
                </a:spcBef>
                <a:spcAft>
                  <a:spcPct val="0"/>
                </a:spcAft>
                <a:buChar char="•"/>
                <a:defRPr sz="8500">
                  <a:solidFill>
                    <a:schemeClr val="tx1"/>
                  </a:solidFill>
                  <a:latin typeface="+mn-lt"/>
                </a:defRPr>
              </a:lvl6pPr>
              <a:lvl7pPr marL="9673159" indent="-981014" algn="l" defTabSz="3922587" rtl="0" eaLnBrk="0" fontAlgn="base" hangingPunct="0">
                <a:spcBef>
                  <a:spcPct val="20000"/>
                </a:spcBef>
                <a:spcAft>
                  <a:spcPct val="0"/>
                </a:spcAft>
                <a:buChar char="•"/>
                <a:defRPr sz="8500">
                  <a:solidFill>
                    <a:schemeClr val="tx1"/>
                  </a:solidFill>
                  <a:latin typeface="+mn-lt"/>
                </a:defRPr>
              </a:lvl7pPr>
              <a:lvl8pPr marL="10097382" indent="-981014" algn="l" defTabSz="3922587" rtl="0" eaLnBrk="0" fontAlgn="base" hangingPunct="0">
                <a:spcBef>
                  <a:spcPct val="20000"/>
                </a:spcBef>
                <a:spcAft>
                  <a:spcPct val="0"/>
                </a:spcAft>
                <a:buChar char="•"/>
                <a:defRPr sz="8500">
                  <a:solidFill>
                    <a:schemeClr val="tx1"/>
                  </a:solidFill>
                  <a:latin typeface="+mn-lt"/>
                </a:defRPr>
              </a:lvl8pPr>
              <a:lvl9pPr marL="10521604" indent="-981014" algn="l" defTabSz="3922587" rtl="0" eaLnBrk="0" fontAlgn="base" hangingPunct="0">
                <a:spcBef>
                  <a:spcPct val="20000"/>
                </a:spcBef>
                <a:spcAft>
                  <a:spcPct val="0"/>
                </a:spcAft>
                <a:buChar char="•"/>
                <a:defRPr sz="8500">
                  <a:solidFill>
                    <a:schemeClr val="tx1"/>
                  </a:solidFill>
                  <a:latin typeface="+mn-lt"/>
                </a:defRPr>
              </a:lvl9pPr>
            </a:lstStyle>
            <a:p>
              <a:pPr marL="360000" indent="0">
                <a:lnSpc>
                  <a:spcPct val="160000"/>
                </a:lnSpc>
                <a:spcBef>
                  <a:spcPts val="0"/>
                </a:spcBef>
                <a:buNone/>
              </a:pPr>
              <a:r>
                <a:rPr lang="en-US" sz="3200" spc="-100" dirty="0">
                  <a:solidFill>
                    <a:srgbClr val="000000"/>
                  </a:solidFill>
                  <a:latin typeface="Helvetica" pitchFamily="2" charset="0"/>
                </a:rPr>
                <a:t>Lahore, Pakistan’s second-largest city with 14M+ residents, faces rapidly growing demand for private schooling. Yet school distribution is highly uneven — dense in central neighbourhoods, almost absent in southern and western zones. Investors who open schools without spatial evidence risk choosing saturated, expensive locations. This project builds a data-driven GIS framework combining Kernel Density Estimation, KD-Tree nearest-school analysis, and Multi-Criteria Decision Analysis (MCDA) to identify the most profitable school locations, with full financial modelling.</a:t>
              </a:r>
              <a:endParaRPr lang="en-GB" sz="3200" spc="-100" dirty="0">
                <a:solidFill>
                  <a:srgbClr val="000000"/>
                </a:solidFill>
                <a:latin typeface="Helvetica" pitchFamily="2" charset="0"/>
              </a:endParaRPr>
            </a:p>
          </p:txBody>
        </p:sp>
      </p:grpSp>
      <p:sp>
        <p:nvSpPr>
          <p:cNvPr id="9" name="TextBox 8"/>
          <p:cNvSpPr txBox="1"/>
          <p:nvPr/>
        </p:nvSpPr>
        <p:spPr>
          <a:xfrm>
            <a:off x="414413" y="4973506"/>
            <a:ext cx="4176464" cy="584775"/>
          </a:xfrm>
          <a:prstGeom prst="rect">
            <a:avLst/>
          </a:prstGeom>
          <a:noFill/>
        </p:spPr>
        <p:txBody>
          <a:bodyPr wrap="square" rtlCol="0">
            <a:spAutoFit/>
          </a:bodyPr>
          <a:lstStyle/>
          <a:p>
            <a:r>
              <a:rPr lang="en-US" sz="3200" i="1" dirty="0">
                <a:solidFill>
                  <a:srgbClr val="FFFFFF"/>
                </a:solidFill>
                <a:latin typeface="Helvetica" pitchFamily="2" charset="0"/>
              </a:rPr>
              <a:t>Session: Spring 2026</a:t>
            </a:r>
          </a:p>
        </p:txBody>
      </p:sp>
      <p:sp>
        <p:nvSpPr>
          <p:cNvPr id="94" name="TextBox 93"/>
          <p:cNvSpPr txBox="1"/>
          <p:nvPr/>
        </p:nvSpPr>
        <p:spPr>
          <a:xfrm>
            <a:off x="1594425" y="38890478"/>
            <a:ext cx="26483199" cy="338554"/>
          </a:xfrm>
          <a:prstGeom prst="rect">
            <a:avLst/>
          </a:prstGeom>
          <a:noFill/>
          <a:ln>
            <a:solidFill>
              <a:schemeClr val="bg2">
                <a:lumMod val="60000"/>
                <a:lumOff val="40000"/>
              </a:schemeClr>
            </a:solidFill>
          </a:ln>
        </p:spPr>
        <p:txBody>
          <a:bodyPr wrap="square" rtlCol="0">
            <a:spAutoFit/>
          </a:bodyPr>
          <a:lstStyle/>
          <a:p>
            <a:pPr algn="ctr"/>
            <a:r>
              <a:rPr lang="en-US" sz="1600" b="1" dirty="0">
                <a:latin typeface="Helvetica" pitchFamily="2" charset="0"/>
              </a:rPr>
              <a:t>Acknowledgments: </a:t>
            </a:r>
            <a:r>
              <a:rPr lang="en-US" sz="1600" dirty="0">
                <a:solidFill>
                  <a:srgbClr val="000000"/>
                </a:solidFill>
                <a:latin typeface="Helvetica" pitchFamily="2" charset="0"/>
              </a:rPr>
              <a:t>Data: WorldPop 2024 (worldpop.org), OpenStreetMap contributors (ODbL), GADM Level 3 (gadm.org), Punjab PITB, Zameen.com, Graana.com. Tools: Python, GeoPandas, Rasterio, OSMnx, SciPy, Matplotlib.</a:t>
            </a:r>
            <a:endParaRPr lang="de-CH" sz="1600" b="1" dirty="0">
              <a:latin typeface="Helvetica" pitchFamily="2" charset="0"/>
            </a:endParaRPr>
          </a:p>
        </p:txBody>
      </p:sp>
      <p:cxnSp>
        <p:nvCxnSpPr>
          <p:cNvPr id="10" name="Straight Connector 9"/>
          <p:cNvCxnSpPr/>
          <p:nvPr/>
        </p:nvCxnSpPr>
        <p:spPr bwMode="auto">
          <a:xfrm flipV="1">
            <a:off x="15891120" y="13080954"/>
            <a:ext cx="13033449" cy="34004"/>
          </a:xfrm>
          <a:prstGeom prst="line">
            <a:avLst/>
          </a:prstGeom>
          <a:solidFill>
            <a:schemeClr val="accent1"/>
          </a:solidFill>
          <a:ln w="12700" cap="flat" cmpd="sng" algn="ctr">
            <a:solidFill>
              <a:schemeClr val="bg2">
                <a:lumMod val="60000"/>
                <a:lumOff val="40000"/>
              </a:schemeClr>
            </a:solidFill>
            <a:prstDash val="lgDash"/>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Rectangle 50"/>
          <p:cNvSpPr/>
          <p:nvPr/>
        </p:nvSpPr>
        <p:spPr>
          <a:xfrm>
            <a:off x="15891121" y="11758147"/>
            <a:ext cx="12966452" cy="1323439"/>
          </a:xfrm>
          <a:prstGeom prst="rect">
            <a:avLst/>
          </a:prstGeom>
          <a:ln>
            <a:noFill/>
          </a:ln>
        </p:spPr>
        <p:txBody>
          <a:bodyPr wrap="square">
            <a:spAutoFit/>
          </a:bodyPr>
          <a:lstStyle/>
          <a:p>
            <a:pPr algn="just"/>
            <a:r>
              <a:rPr lang="en-US" sz="2000" i="1" dirty="0">
                <a:solidFill>
                  <a:srgbClr val="000000"/>
                </a:solidFill>
                <a:latin typeface="Helvetica" pitchFamily="2" charset="0"/>
              </a:rPr>
              <a:t>Fig. 2: (Left) KDE School Competition Surface — Red = high competition zones. (Right) KDE Population Demand Surface — Red = high child density, high enrolment potential (WorldPop 2024, 100m resolution).</a:t>
            </a:r>
          </a:p>
        </p:txBody>
      </p:sp>
      <p:sp>
        <p:nvSpPr>
          <p:cNvPr id="7" name="Rectangle 6"/>
          <p:cNvSpPr/>
          <p:nvPr/>
        </p:nvSpPr>
        <p:spPr bwMode="auto">
          <a:xfrm>
            <a:off x="11287621" y="36229526"/>
            <a:ext cx="2232248" cy="359629"/>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en-US" sz="11100" b="0" i="0" u="none" strike="noStrike" cap="none" normalizeH="0" baseline="0">
              <a:ln>
                <a:noFill/>
              </a:ln>
              <a:solidFill>
                <a:schemeClr val="tx1"/>
              </a:solidFill>
              <a:effectLst/>
              <a:latin typeface="Helvetica" pitchFamily="2" charset="0"/>
            </a:endParaRPr>
          </a:p>
        </p:txBody>
      </p:sp>
      <p:sp>
        <p:nvSpPr>
          <p:cNvPr id="16" name="Rectangle 222">
            <a:extLst>
              <a:ext uri="{FF2B5EF4-FFF2-40B4-BE49-F238E27FC236}">
                <a16:creationId xmlns:a16="http://schemas.microsoft.com/office/drawing/2014/main" id="{B122C8E6-F99B-0E3E-1CB7-86D3BB8B8FD2}"/>
              </a:ext>
            </a:extLst>
          </p:cNvPr>
          <p:cNvSpPr>
            <a:spLocks noChangeArrowheads="1"/>
          </p:cNvSpPr>
          <p:nvPr/>
        </p:nvSpPr>
        <p:spPr bwMode="auto">
          <a:xfrm>
            <a:off x="486422" y="945606"/>
            <a:ext cx="29091232"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defTabSz="3054992"/>
            <a:r>
              <a:rPr lang="en-US" sz="8000" b="1" dirty="0">
                <a:solidFill>
                  <a:srgbClr val="FFFFFF"/>
                </a:solidFill>
                <a:latin typeface="Helvetica" pitchFamily="2" charset="0"/>
              </a:rPr>
              <a:t>GIS-Based school site selection in Lahore, Pakistan</a:t>
            </a:r>
            <a:endParaRPr lang="en-US" sz="6000" b="1" dirty="0">
              <a:solidFill>
                <a:srgbClr val="FFFFFF"/>
              </a:solidFill>
              <a:latin typeface="Helvetica" pitchFamily="2" charset="0"/>
            </a:endParaRPr>
          </a:p>
        </p:txBody>
      </p:sp>
      <p:sp>
        <p:nvSpPr>
          <p:cNvPr id="17" name="TextBox 16">
            <a:extLst>
              <a:ext uri="{FF2B5EF4-FFF2-40B4-BE49-F238E27FC236}">
                <a16:creationId xmlns:a16="http://schemas.microsoft.com/office/drawing/2014/main" id="{2EDAA662-03B1-D21E-D7B4-67FC546BDA9F}"/>
              </a:ext>
            </a:extLst>
          </p:cNvPr>
          <p:cNvSpPr txBox="1"/>
          <p:nvPr/>
        </p:nvSpPr>
        <p:spPr>
          <a:xfrm>
            <a:off x="11863684" y="5041351"/>
            <a:ext cx="6336704" cy="584775"/>
          </a:xfrm>
          <a:prstGeom prst="rect">
            <a:avLst/>
          </a:prstGeom>
          <a:noFill/>
        </p:spPr>
        <p:txBody>
          <a:bodyPr wrap="square" rtlCol="0">
            <a:spAutoFit/>
          </a:bodyPr>
          <a:lstStyle/>
          <a:p>
            <a:r>
              <a:rPr lang="en-US" sz="3200" i="1" dirty="0">
                <a:solidFill>
                  <a:srgbClr val="FFFFFF"/>
                </a:solidFill>
                <a:latin typeface="Helvetica" pitchFamily="2" charset="0"/>
              </a:rPr>
              <a:t>Supervisor: Dr. Adnan Siddique</a:t>
            </a:r>
          </a:p>
        </p:txBody>
      </p:sp>
      <p:sp>
        <p:nvSpPr>
          <p:cNvPr id="18" name="TextBox 17">
            <a:extLst>
              <a:ext uri="{FF2B5EF4-FFF2-40B4-BE49-F238E27FC236}">
                <a16:creationId xmlns:a16="http://schemas.microsoft.com/office/drawing/2014/main" id="{071358AC-DCC9-08EF-B5C6-01880758262F}"/>
              </a:ext>
            </a:extLst>
          </p:cNvPr>
          <p:cNvSpPr txBox="1"/>
          <p:nvPr/>
        </p:nvSpPr>
        <p:spPr>
          <a:xfrm>
            <a:off x="23889020" y="4898595"/>
            <a:ext cx="5760642" cy="584775"/>
          </a:xfrm>
          <a:prstGeom prst="rect">
            <a:avLst/>
          </a:prstGeom>
          <a:noFill/>
        </p:spPr>
        <p:txBody>
          <a:bodyPr wrap="square" rtlCol="0">
            <a:spAutoFit/>
          </a:bodyPr>
          <a:lstStyle/>
          <a:p>
            <a:pPr algn="r"/>
            <a:r>
              <a:rPr lang="en-US" sz="3200" i="1" dirty="0">
                <a:solidFill>
                  <a:srgbClr val="FFFFFF"/>
                </a:solidFill>
                <a:latin typeface="Helvetica" pitchFamily="2" charset="0"/>
              </a:rPr>
              <a:t>Course: Spatial Data Science</a:t>
            </a:r>
          </a:p>
        </p:txBody>
      </p:sp>
      <p:grpSp>
        <p:nvGrpSpPr>
          <p:cNvPr id="25" name="Group 24">
            <a:extLst>
              <a:ext uri="{FF2B5EF4-FFF2-40B4-BE49-F238E27FC236}">
                <a16:creationId xmlns:a16="http://schemas.microsoft.com/office/drawing/2014/main" id="{642114DB-DCE7-5B4F-806A-206EFB8FFADB}"/>
              </a:ext>
            </a:extLst>
          </p:cNvPr>
          <p:cNvGrpSpPr/>
          <p:nvPr/>
        </p:nvGrpSpPr>
        <p:grpSpPr>
          <a:xfrm>
            <a:off x="808495" y="15217474"/>
            <a:ext cx="13994863" cy="5013501"/>
            <a:chOff x="761798" y="6679325"/>
            <a:chExt cx="13994863" cy="5013501"/>
          </a:xfrm>
        </p:grpSpPr>
        <p:sp>
          <p:nvSpPr>
            <p:cNvPr id="26" name="Rectangle 25">
              <a:extLst>
                <a:ext uri="{FF2B5EF4-FFF2-40B4-BE49-F238E27FC236}">
                  <a16:creationId xmlns:a16="http://schemas.microsoft.com/office/drawing/2014/main" id="{756A86C2-0175-45E9-1DA1-8D577B977AD6}"/>
                </a:ext>
              </a:extLst>
            </p:cNvPr>
            <p:cNvSpPr/>
            <p:nvPr/>
          </p:nvSpPr>
          <p:spPr bwMode="auto">
            <a:xfrm>
              <a:off x="761798" y="6679325"/>
              <a:ext cx="13994863" cy="4975892"/>
            </a:xfrm>
            <a:prstGeom prst="rect">
              <a:avLst/>
            </a:prstGeom>
            <a:solidFill>
              <a:srgbClr val="DAE5F5"/>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en-US" sz="11100" b="0" i="0" u="none" strike="noStrike" cap="none" normalizeH="0" baseline="0" dirty="0">
                <a:ln>
                  <a:noFill/>
                </a:ln>
                <a:solidFill>
                  <a:schemeClr val="tx1"/>
                </a:solidFill>
                <a:effectLst/>
                <a:latin typeface="Helvetica" pitchFamily="2" charset="0"/>
              </a:endParaRPr>
            </a:p>
          </p:txBody>
        </p:sp>
        <p:sp>
          <p:nvSpPr>
            <p:cNvPr id="32" name="TextBox 31">
              <a:extLst>
                <a:ext uri="{FF2B5EF4-FFF2-40B4-BE49-F238E27FC236}">
                  <a16:creationId xmlns:a16="http://schemas.microsoft.com/office/drawing/2014/main" id="{D92F4293-81D8-365F-5C88-F1EC5CD59C4A}"/>
                </a:ext>
              </a:extLst>
            </p:cNvPr>
            <p:cNvSpPr txBox="1"/>
            <p:nvPr/>
          </p:nvSpPr>
          <p:spPr>
            <a:xfrm>
              <a:off x="918469" y="6994278"/>
              <a:ext cx="8555974" cy="830997"/>
            </a:xfrm>
            <a:prstGeom prst="rect">
              <a:avLst/>
            </a:prstGeom>
            <a:noFill/>
            <a:ln>
              <a:noFill/>
            </a:ln>
          </p:spPr>
          <p:txBody>
            <a:bodyPr wrap="square" rtlCol="0">
              <a:spAutoFit/>
            </a:bodyPr>
            <a:lstStyle/>
            <a:p>
              <a:r>
                <a:rPr lang="en-US" sz="4800" dirty="0">
                  <a:latin typeface="Helvetica" pitchFamily="2" charset="0"/>
                </a:rPr>
                <a:t>2. </a:t>
              </a:r>
              <a:r>
                <a:rPr lang="en-US" sz="4800" b="1" dirty="0">
                  <a:latin typeface="Helvetica" pitchFamily="2" charset="0"/>
                </a:rPr>
                <a:t>Problem Statement</a:t>
              </a:r>
              <a:endParaRPr lang="de-CH" sz="4800" b="1" dirty="0">
                <a:latin typeface="Helvetica" pitchFamily="2" charset="0"/>
              </a:endParaRPr>
            </a:p>
          </p:txBody>
        </p:sp>
        <p:sp>
          <p:nvSpPr>
            <p:cNvPr id="33" name="Content Placeholder 1">
              <a:extLst>
                <a:ext uri="{FF2B5EF4-FFF2-40B4-BE49-F238E27FC236}">
                  <a16:creationId xmlns:a16="http://schemas.microsoft.com/office/drawing/2014/main" id="{49D25BB4-817A-808C-57D6-1F5A29F4C92A}"/>
                </a:ext>
              </a:extLst>
            </p:cNvPr>
            <p:cNvSpPr txBox="1">
              <a:spLocks/>
            </p:cNvSpPr>
            <p:nvPr/>
          </p:nvSpPr>
          <p:spPr>
            <a:xfrm>
              <a:off x="1187000" y="7825275"/>
              <a:ext cx="13165025" cy="3867551"/>
            </a:xfrm>
            <a:prstGeom prst="rect">
              <a:avLst/>
            </a:prstGeom>
            <a:noFill/>
            <a:ln>
              <a:noFill/>
            </a:ln>
          </p:spPr>
          <p:txBody>
            <a:bodyPr>
              <a:noAutofit/>
            </a:bodyPr>
            <a:lstStyle>
              <a:lvl1pPr marL="1471522" indent="-1471522" algn="l" defTabSz="3922587" rtl="0" eaLnBrk="0" fontAlgn="base" hangingPunct="0">
                <a:spcBef>
                  <a:spcPct val="20000"/>
                </a:spcBef>
                <a:spcAft>
                  <a:spcPct val="0"/>
                </a:spcAft>
                <a:buChar char="•"/>
                <a:defRPr sz="13700">
                  <a:solidFill>
                    <a:schemeClr val="tx1"/>
                  </a:solidFill>
                  <a:latin typeface="+mn-lt"/>
                  <a:ea typeface="+mn-ea"/>
                  <a:cs typeface="+mn-cs"/>
                </a:defRPr>
              </a:lvl1pPr>
              <a:lvl2pPr marL="3186089" indent="-1225532" algn="l" defTabSz="3922587" rtl="0" eaLnBrk="0" fontAlgn="base" hangingPunct="0">
                <a:spcBef>
                  <a:spcPct val="20000"/>
                </a:spcBef>
                <a:spcAft>
                  <a:spcPct val="0"/>
                </a:spcAft>
                <a:buChar char="–"/>
                <a:defRPr sz="12000">
                  <a:solidFill>
                    <a:schemeClr val="tx1"/>
                  </a:solidFill>
                  <a:latin typeface="+mn-lt"/>
                </a:defRPr>
              </a:lvl2pPr>
              <a:lvl3pPr marL="4902128" indent="-979542" algn="l" defTabSz="3922587" rtl="0" eaLnBrk="0" fontAlgn="base" hangingPunct="0">
                <a:spcBef>
                  <a:spcPct val="20000"/>
                </a:spcBef>
                <a:spcAft>
                  <a:spcPct val="0"/>
                </a:spcAft>
                <a:buChar char="•"/>
                <a:defRPr sz="10300">
                  <a:solidFill>
                    <a:schemeClr val="tx1"/>
                  </a:solidFill>
                  <a:latin typeface="+mn-lt"/>
                </a:defRPr>
              </a:lvl3pPr>
              <a:lvl4pPr marL="6864157" indent="-981014" algn="l" defTabSz="3922587" rtl="0" eaLnBrk="0" fontAlgn="base" hangingPunct="0">
                <a:spcBef>
                  <a:spcPct val="20000"/>
                </a:spcBef>
                <a:spcAft>
                  <a:spcPct val="0"/>
                </a:spcAft>
                <a:buChar char="–"/>
                <a:defRPr sz="8500">
                  <a:solidFill>
                    <a:schemeClr val="tx1"/>
                  </a:solidFill>
                  <a:latin typeface="+mn-lt"/>
                </a:defRPr>
              </a:lvl4pPr>
              <a:lvl5pPr marL="8824713" indent="-981014" algn="l" defTabSz="3922587" rtl="0" eaLnBrk="0" fontAlgn="base" hangingPunct="0">
                <a:spcBef>
                  <a:spcPct val="20000"/>
                </a:spcBef>
                <a:spcAft>
                  <a:spcPct val="0"/>
                </a:spcAft>
                <a:buChar char="•"/>
                <a:defRPr sz="8500">
                  <a:solidFill>
                    <a:schemeClr val="tx1"/>
                  </a:solidFill>
                  <a:latin typeface="+mn-lt"/>
                </a:defRPr>
              </a:lvl5pPr>
              <a:lvl6pPr marL="9248936" indent="-981014" algn="l" defTabSz="3922587" rtl="0" eaLnBrk="0" fontAlgn="base" hangingPunct="0">
                <a:spcBef>
                  <a:spcPct val="20000"/>
                </a:spcBef>
                <a:spcAft>
                  <a:spcPct val="0"/>
                </a:spcAft>
                <a:buChar char="•"/>
                <a:defRPr sz="8500">
                  <a:solidFill>
                    <a:schemeClr val="tx1"/>
                  </a:solidFill>
                  <a:latin typeface="+mn-lt"/>
                </a:defRPr>
              </a:lvl6pPr>
              <a:lvl7pPr marL="9673159" indent="-981014" algn="l" defTabSz="3922587" rtl="0" eaLnBrk="0" fontAlgn="base" hangingPunct="0">
                <a:spcBef>
                  <a:spcPct val="20000"/>
                </a:spcBef>
                <a:spcAft>
                  <a:spcPct val="0"/>
                </a:spcAft>
                <a:buChar char="•"/>
                <a:defRPr sz="8500">
                  <a:solidFill>
                    <a:schemeClr val="tx1"/>
                  </a:solidFill>
                  <a:latin typeface="+mn-lt"/>
                </a:defRPr>
              </a:lvl7pPr>
              <a:lvl8pPr marL="10097382" indent="-981014" algn="l" defTabSz="3922587" rtl="0" eaLnBrk="0" fontAlgn="base" hangingPunct="0">
                <a:spcBef>
                  <a:spcPct val="20000"/>
                </a:spcBef>
                <a:spcAft>
                  <a:spcPct val="0"/>
                </a:spcAft>
                <a:buChar char="•"/>
                <a:defRPr sz="8500">
                  <a:solidFill>
                    <a:schemeClr val="tx1"/>
                  </a:solidFill>
                  <a:latin typeface="+mn-lt"/>
                </a:defRPr>
              </a:lvl8pPr>
              <a:lvl9pPr marL="10521604" indent="-981014" algn="l" defTabSz="3922587" rtl="0" eaLnBrk="0" fontAlgn="base" hangingPunct="0">
                <a:spcBef>
                  <a:spcPct val="20000"/>
                </a:spcBef>
                <a:spcAft>
                  <a:spcPct val="0"/>
                </a:spcAft>
                <a:buChar char="•"/>
                <a:defRPr sz="8500">
                  <a:solidFill>
                    <a:schemeClr val="tx1"/>
                  </a:solidFill>
                  <a:latin typeface="+mn-lt"/>
                </a:defRPr>
              </a:lvl9pPr>
            </a:lstStyle>
            <a:p>
              <a:pPr marL="360000" indent="0">
                <a:lnSpc>
                  <a:spcPct val="160000"/>
                </a:lnSpc>
                <a:spcBef>
                  <a:spcPts val="0"/>
                </a:spcBef>
                <a:buNone/>
              </a:pPr>
              <a:r>
                <a:rPr lang="en-US" sz="3200" spc="-100" dirty="0">
                  <a:solidFill>
                    <a:srgbClr val="000000"/>
                  </a:solidFill>
                  <a:latin typeface="Helvetica" pitchFamily="2" charset="0"/>
                </a:rPr>
                <a:t>Which specific areas of Lahore present the best business opportunity for opening a new private school? What is the estimated monthly investment, and how many students are needed to break even? Choosing the wrong location leads to low enrolment, intense competition, and early closure.</a:t>
              </a:r>
              <a:endParaRPr lang="en-GB" sz="3200" spc="-100" dirty="0">
                <a:solidFill>
                  <a:srgbClr val="000000"/>
                </a:solidFill>
                <a:latin typeface="Helvetica" pitchFamily="2" charset="0"/>
              </a:endParaRPr>
            </a:p>
          </p:txBody>
        </p:sp>
      </p:grpSp>
      <p:grpSp>
        <p:nvGrpSpPr>
          <p:cNvPr id="34" name="Group 33">
            <a:extLst>
              <a:ext uri="{FF2B5EF4-FFF2-40B4-BE49-F238E27FC236}">
                <a16:creationId xmlns:a16="http://schemas.microsoft.com/office/drawing/2014/main" id="{1C43C7AB-96F3-6270-D6C7-B5FECE8ACED8}"/>
              </a:ext>
            </a:extLst>
          </p:cNvPr>
          <p:cNvGrpSpPr/>
          <p:nvPr/>
        </p:nvGrpSpPr>
        <p:grpSpPr>
          <a:xfrm>
            <a:off x="808495" y="20696218"/>
            <a:ext cx="13994863" cy="17909571"/>
            <a:chOff x="761798" y="6679324"/>
            <a:chExt cx="13994863" cy="17909571"/>
          </a:xfrm>
        </p:grpSpPr>
        <p:sp>
          <p:nvSpPr>
            <p:cNvPr id="35" name="Rectangle 34">
              <a:extLst>
                <a:ext uri="{FF2B5EF4-FFF2-40B4-BE49-F238E27FC236}">
                  <a16:creationId xmlns:a16="http://schemas.microsoft.com/office/drawing/2014/main" id="{F4EA9277-52F3-4900-6056-CBAA65849CBF}"/>
                </a:ext>
              </a:extLst>
            </p:cNvPr>
            <p:cNvSpPr/>
            <p:nvPr/>
          </p:nvSpPr>
          <p:spPr bwMode="auto">
            <a:xfrm>
              <a:off x="761798" y="6679324"/>
              <a:ext cx="13994863" cy="17909571"/>
            </a:xfrm>
            <a:prstGeom prst="rect">
              <a:avLst/>
            </a:prstGeom>
            <a:solidFill>
              <a:srgbClr val="F3F4D7"/>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en-US" sz="11100" b="0" i="0" u="none" strike="noStrike" cap="none" normalizeH="0" baseline="0" dirty="0">
                <a:ln>
                  <a:noFill/>
                </a:ln>
                <a:solidFill>
                  <a:schemeClr val="tx1"/>
                </a:solidFill>
                <a:effectLst/>
                <a:latin typeface="Helvetica" pitchFamily="2" charset="0"/>
              </a:endParaRPr>
            </a:p>
          </p:txBody>
        </p:sp>
        <p:sp>
          <p:nvSpPr>
            <p:cNvPr id="36" name="TextBox 35">
              <a:extLst>
                <a:ext uri="{FF2B5EF4-FFF2-40B4-BE49-F238E27FC236}">
                  <a16:creationId xmlns:a16="http://schemas.microsoft.com/office/drawing/2014/main" id="{9E5309E8-CC6E-3090-83D6-C5936F7765C7}"/>
                </a:ext>
              </a:extLst>
            </p:cNvPr>
            <p:cNvSpPr txBox="1"/>
            <p:nvPr/>
          </p:nvSpPr>
          <p:spPr>
            <a:xfrm>
              <a:off x="918469" y="6994278"/>
              <a:ext cx="8555974" cy="830997"/>
            </a:xfrm>
            <a:prstGeom prst="rect">
              <a:avLst/>
            </a:prstGeom>
            <a:noFill/>
            <a:ln>
              <a:noFill/>
            </a:ln>
          </p:spPr>
          <p:txBody>
            <a:bodyPr wrap="square" rtlCol="0">
              <a:spAutoFit/>
            </a:bodyPr>
            <a:lstStyle/>
            <a:p>
              <a:r>
                <a:rPr lang="en-US" sz="4800" dirty="0">
                  <a:latin typeface="Helvetica" pitchFamily="2" charset="0"/>
                </a:rPr>
                <a:t>3. </a:t>
              </a:r>
              <a:r>
                <a:rPr lang="en-US" sz="4800" b="1" dirty="0">
                  <a:latin typeface="Helvetica" pitchFamily="2" charset="0"/>
                </a:rPr>
                <a:t>Data</a:t>
              </a:r>
              <a:endParaRPr lang="de-CH" sz="4800" b="1" dirty="0">
                <a:latin typeface="Helvetica" pitchFamily="2" charset="0"/>
              </a:endParaRPr>
            </a:p>
          </p:txBody>
        </p:sp>
        <p:sp>
          <p:nvSpPr>
            <p:cNvPr id="38" name="Content Placeholder 1">
              <a:extLst>
                <a:ext uri="{FF2B5EF4-FFF2-40B4-BE49-F238E27FC236}">
                  <a16:creationId xmlns:a16="http://schemas.microsoft.com/office/drawing/2014/main" id="{B5B064CB-CE25-4625-1D1E-203462042673}"/>
                </a:ext>
              </a:extLst>
            </p:cNvPr>
            <p:cNvSpPr txBox="1">
              <a:spLocks/>
            </p:cNvSpPr>
            <p:nvPr/>
          </p:nvSpPr>
          <p:spPr>
            <a:xfrm>
              <a:off x="1187000" y="7825275"/>
              <a:ext cx="12751939" cy="8794898"/>
            </a:xfrm>
            <a:prstGeom prst="rect">
              <a:avLst/>
            </a:prstGeom>
            <a:noFill/>
            <a:ln>
              <a:noFill/>
            </a:ln>
          </p:spPr>
          <p:txBody>
            <a:bodyPr>
              <a:noAutofit/>
            </a:bodyPr>
            <a:lstStyle>
              <a:lvl1pPr marL="1471522" indent="-1471522" algn="l" defTabSz="3922587" rtl="0" eaLnBrk="0" fontAlgn="base" hangingPunct="0">
                <a:spcBef>
                  <a:spcPct val="20000"/>
                </a:spcBef>
                <a:spcAft>
                  <a:spcPct val="0"/>
                </a:spcAft>
                <a:buChar char="•"/>
                <a:defRPr sz="13700">
                  <a:solidFill>
                    <a:schemeClr val="tx1"/>
                  </a:solidFill>
                  <a:latin typeface="+mn-lt"/>
                  <a:ea typeface="+mn-ea"/>
                  <a:cs typeface="+mn-cs"/>
                </a:defRPr>
              </a:lvl1pPr>
              <a:lvl2pPr marL="3186089" indent="-1225532" algn="l" defTabSz="3922587" rtl="0" eaLnBrk="0" fontAlgn="base" hangingPunct="0">
                <a:spcBef>
                  <a:spcPct val="20000"/>
                </a:spcBef>
                <a:spcAft>
                  <a:spcPct val="0"/>
                </a:spcAft>
                <a:buChar char="–"/>
                <a:defRPr sz="12000">
                  <a:solidFill>
                    <a:schemeClr val="tx1"/>
                  </a:solidFill>
                  <a:latin typeface="+mn-lt"/>
                </a:defRPr>
              </a:lvl2pPr>
              <a:lvl3pPr marL="4902128" indent="-979542" algn="l" defTabSz="3922587" rtl="0" eaLnBrk="0" fontAlgn="base" hangingPunct="0">
                <a:spcBef>
                  <a:spcPct val="20000"/>
                </a:spcBef>
                <a:spcAft>
                  <a:spcPct val="0"/>
                </a:spcAft>
                <a:buChar char="•"/>
                <a:defRPr sz="10300">
                  <a:solidFill>
                    <a:schemeClr val="tx1"/>
                  </a:solidFill>
                  <a:latin typeface="+mn-lt"/>
                </a:defRPr>
              </a:lvl3pPr>
              <a:lvl4pPr marL="6864157" indent="-981014" algn="l" defTabSz="3922587" rtl="0" eaLnBrk="0" fontAlgn="base" hangingPunct="0">
                <a:spcBef>
                  <a:spcPct val="20000"/>
                </a:spcBef>
                <a:spcAft>
                  <a:spcPct val="0"/>
                </a:spcAft>
                <a:buChar char="–"/>
                <a:defRPr sz="8500">
                  <a:solidFill>
                    <a:schemeClr val="tx1"/>
                  </a:solidFill>
                  <a:latin typeface="+mn-lt"/>
                </a:defRPr>
              </a:lvl4pPr>
              <a:lvl5pPr marL="8824713" indent="-981014" algn="l" defTabSz="3922587" rtl="0" eaLnBrk="0" fontAlgn="base" hangingPunct="0">
                <a:spcBef>
                  <a:spcPct val="20000"/>
                </a:spcBef>
                <a:spcAft>
                  <a:spcPct val="0"/>
                </a:spcAft>
                <a:buChar char="•"/>
                <a:defRPr sz="8500">
                  <a:solidFill>
                    <a:schemeClr val="tx1"/>
                  </a:solidFill>
                  <a:latin typeface="+mn-lt"/>
                </a:defRPr>
              </a:lvl5pPr>
              <a:lvl6pPr marL="9248936" indent="-981014" algn="l" defTabSz="3922587" rtl="0" eaLnBrk="0" fontAlgn="base" hangingPunct="0">
                <a:spcBef>
                  <a:spcPct val="20000"/>
                </a:spcBef>
                <a:spcAft>
                  <a:spcPct val="0"/>
                </a:spcAft>
                <a:buChar char="•"/>
                <a:defRPr sz="8500">
                  <a:solidFill>
                    <a:schemeClr val="tx1"/>
                  </a:solidFill>
                  <a:latin typeface="+mn-lt"/>
                </a:defRPr>
              </a:lvl6pPr>
              <a:lvl7pPr marL="9673159" indent="-981014" algn="l" defTabSz="3922587" rtl="0" eaLnBrk="0" fontAlgn="base" hangingPunct="0">
                <a:spcBef>
                  <a:spcPct val="20000"/>
                </a:spcBef>
                <a:spcAft>
                  <a:spcPct val="0"/>
                </a:spcAft>
                <a:buChar char="•"/>
                <a:defRPr sz="8500">
                  <a:solidFill>
                    <a:schemeClr val="tx1"/>
                  </a:solidFill>
                  <a:latin typeface="+mn-lt"/>
                </a:defRPr>
              </a:lvl7pPr>
              <a:lvl8pPr marL="10097382" indent="-981014" algn="l" defTabSz="3922587" rtl="0" eaLnBrk="0" fontAlgn="base" hangingPunct="0">
                <a:spcBef>
                  <a:spcPct val="20000"/>
                </a:spcBef>
                <a:spcAft>
                  <a:spcPct val="0"/>
                </a:spcAft>
                <a:buChar char="•"/>
                <a:defRPr sz="8500">
                  <a:solidFill>
                    <a:schemeClr val="tx1"/>
                  </a:solidFill>
                  <a:latin typeface="+mn-lt"/>
                </a:defRPr>
              </a:lvl8pPr>
              <a:lvl9pPr marL="10521604" indent="-981014" algn="l" defTabSz="3922587" rtl="0" eaLnBrk="0" fontAlgn="base" hangingPunct="0">
                <a:spcBef>
                  <a:spcPct val="20000"/>
                </a:spcBef>
                <a:spcAft>
                  <a:spcPct val="0"/>
                </a:spcAft>
                <a:buChar char="•"/>
                <a:defRPr sz="8500">
                  <a:solidFill>
                    <a:schemeClr val="tx1"/>
                  </a:solidFill>
                  <a:latin typeface="+mn-lt"/>
                </a:defRPr>
              </a:lvl9pPr>
            </a:lstStyle>
            <a:p>
              <a:pPr marL="360000" indent="0">
                <a:lnSpc>
                  <a:spcPct val="160000"/>
                </a:lnSpc>
                <a:spcBef>
                  <a:spcPts val="0"/>
                </a:spcBef>
                <a:buNone/>
              </a:pPr>
              <a:r>
                <a:rPr lang="en-US" sz="3200" spc="-100" dirty="0">
                  <a:solidFill>
                    <a:srgbClr val="000000"/>
                  </a:solidFill>
                  <a:latin typeface="Helvetica" pitchFamily="2" charset="0"/>
                </a:rPr>
                <a:t>Four open-source datasets combined with verified property data:
• WorldPop 2024: Gridded population raster, 100m resolution
• PITB Registry: 1,465 government schools 
• OpenStreetMap: 472 private/mixed schools 
• GADM Level 3: Lahore district boundary polygon
• OSMnx Roads: 144,676 nodes, 376,672 edges 
• Zameen.com + Graana.com: Commercial rental rates for 12 areas
</a:t>
              </a:r>
              <a:r>
                <a:rPr lang="en-US" sz="3200" b="1" spc="-100" dirty="0">
                  <a:solidFill>
                    <a:srgbClr val="000000"/>
                  </a:solidFill>
                  <a:latin typeface="Helvetica" pitchFamily="2" charset="0"/>
                </a:rPr>
                <a:t>Preprocessing:</a:t>
              </a:r>
              <a:r>
                <a:rPr lang="en-US" sz="3200" spc="-100" dirty="0">
                  <a:solidFill>
                    <a:srgbClr val="000000"/>
                  </a:solidFill>
                  <a:latin typeface="Helvetica" pitchFamily="2" charset="0"/>
                </a:rPr>
                <a:t> All layers reprojected to UTM Zone 42N (EPSG:32642). WorldPop clipped to Lahore boundary. Schools clipped from 486 → 472 (OSM) and from 48,195 → 1,465 (PITB, geographic filter). A shared 500×500 pixel grid was built over Lahore for all analysis layers.</a:t>
              </a:r>
              <a:endParaRPr lang="en-US" sz="3200" kern="1200" spc="-100" dirty="0">
                <a:solidFill>
                  <a:srgbClr val="000000"/>
                </a:solidFill>
                <a:latin typeface="Helvetica" pitchFamily="2" charset="0"/>
              </a:endParaRPr>
            </a:p>
          </p:txBody>
        </p:sp>
      </p:grpSp>
      <p:sp>
        <p:nvSpPr>
          <p:cNvPr id="86" name="Rectangle 85"/>
          <p:cNvSpPr/>
          <p:nvPr/>
        </p:nvSpPr>
        <p:spPr>
          <a:xfrm>
            <a:off x="2012168" y="37034314"/>
            <a:ext cx="11867741" cy="1200329"/>
          </a:xfrm>
          <a:prstGeom prst="rect">
            <a:avLst/>
          </a:prstGeom>
          <a:ln>
            <a:solidFill>
              <a:schemeClr val="bg2">
                <a:lumMod val="60000"/>
                <a:lumOff val="40000"/>
              </a:schemeClr>
            </a:solidFill>
          </a:ln>
        </p:spPr>
        <p:txBody>
          <a:bodyPr wrap="square">
            <a:spAutoFit/>
          </a:bodyPr>
          <a:lstStyle/>
          <a:p>
            <a:r>
              <a:rPr lang="en-US" sz="2400" i="1" dirty="0">
                <a:solidFill>
                  <a:srgbClr val="000000"/>
                </a:solidFill>
                <a:latin typeface="Helvetica" pitchFamily="2" charset="0"/>
              </a:rPr>
              <a:t>Fig. 1: (Left) 1,937 school locations in Lahore: 472 OSM private schools (red) + 1,465 PITB government schools (blue), clipped to GADM boundary. (Right) Underserved opportunity zones in Lahore (Demand - Competition).</a:t>
            </a:r>
          </a:p>
        </p:txBody>
      </p:sp>
      <p:grpSp>
        <p:nvGrpSpPr>
          <p:cNvPr id="74" name="Group 73">
            <a:extLst>
              <a:ext uri="{FF2B5EF4-FFF2-40B4-BE49-F238E27FC236}">
                <a16:creationId xmlns:a16="http://schemas.microsoft.com/office/drawing/2014/main" id="{325F410D-BF91-EF58-C70C-B53638A4A31C}"/>
              </a:ext>
            </a:extLst>
          </p:cNvPr>
          <p:cNvGrpSpPr/>
          <p:nvPr/>
        </p:nvGrpSpPr>
        <p:grpSpPr>
          <a:xfrm>
            <a:off x="15216444" y="6670584"/>
            <a:ext cx="13994863" cy="13522782"/>
            <a:chOff x="761798" y="6679325"/>
            <a:chExt cx="13994863" cy="13522782"/>
          </a:xfrm>
        </p:grpSpPr>
        <p:sp>
          <p:nvSpPr>
            <p:cNvPr id="79" name="Rectangle 78">
              <a:extLst>
                <a:ext uri="{FF2B5EF4-FFF2-40B4-BE49-F238E27FC236}">
                  <a16:creationId xmlns:a16="http://schemas.microsoft.com/office/drawing/2014/main" id="{FC73C061-42D8-FE76-20E9-F58ADFA72684}"/>
                </a:ext>
              </a:extLst>
            </p:cNvPr>
            <p:cNvSpPr/>
            <p:nvPr/>
          </p:nvSpPr>
          <p:spPr bwMode="auto">
            <a:xfrm>
              <a:off x="761798" y="6679325"/>
              <a:ext cx="13994863" cy="13522782"/>
            </a:xfrm>
            <a:prstGeom prst="rect">
              <a:avLst/>
            </a:prstGeom>
            <a:solidFill>
              <a:schemeClr val="accent5">
                <a:lumMod val="20000"/>
                <a:lumOff val="80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en-US" sz="11100" b="0" i="0" u="none" strike="noStrike" cap="none" normalizeH="0" baseline="0" dirty="0">
                <a:ln>
                  <a:noFill/>
                </a:ln>
                <a:solidFill>
                  <a:schemeClr val="tx1"/>
                </a:solidFill>
                <a:effectLst/>
                <a:latin typeface="Helvetica" pitchFamily="2" charset="0"/>
              </a:endParaRPr>
            </a:p>
          </p:txBody>
        </p:sp>
        <p:sp>
          <p:nvSpPr>
            <p:cNvPr id="82" name="TextBox 81">
              <a:extLst>
                <a:ext uri="{FF2B5EF4-FFF2-40B4-BE49-F238E27FC236}">
                  <a16:creationId xmlns:a16="http://schemas.microsoft.com/office/drawing/2014/main" id="{26B1EB87-FEB6-4492-D77A-C94894F40C2B}"/>
                </a:ext>
              </a:extLst>
            </p:cNvPr>
            <p:cNvSpPr txBox="1"/>
            <p:nvPr/>
          </p:nvSpPr>
          <p:spPr>
            <a:xfrm>
              <a:off x="918469" y="6994278"/>
              <a:ext cx="8555974" cy="830997"/>
            </a:xfrm>
            <a:prstGeom prst="rect">
              <a:avLst/>
            </a:prstGeom>
            <a:noFill/>
            <a:ln>
              <a:noFill/>
            </a:ln>
          </p:spPr>
          <p:txBody>
            <a:bodyPr wrap="square" rtlCol="0">
              <a:spAutoFit/>
            </a:bodyPr>
            <a:lstStyle/>
            <a:p>
              <a:r>
                <a:rPr lang="en-US" sz="4800" dirty="0">
                  <a:latin typeface="Helvetica" pitchFamily="2" charset="0"/>
                </a:rPr>
                <a:t>4. </a:t>
              </a:r>
              <a:r>
                <a:rPr lang="en-US" sz="4800" b="1" dirty="0">
                  <a:latin typeface="Helvetica" pitchFamily="2" charset="0"/>
                </a:rPr>
                <a:t>Methodology</a:t>
              </a:r>
              <a:endParaRPr lang="de-CH" sz="4800" b="1" dirty="0">
                <a:latin typeface="Helvetica" pitchFamily="2" charset="0"/>
              </a:endParaRPr>
            </a:p>
          </p:txBody>
        </p:sp>
        <p:sp>
          <p:nvSpPr>
            <p:cNvPr id="83" name="Content Placeholder 1">
              <a:extLst>
                <a:ext uri="{FF2B5EF4-FFF2-40B4-BE49-F238E27FC236}">
                  <a16:creationId xmlns:a16="http://schemas.microsoft.com/office/drawing/2014/main" id="{1DA99274-4A89-9ECE-8C5C-58B3A19EE377}"/>
                </a:ext>
              </a:extLst>
            </p:cNvPr>
            <p:cNvSpPr txBox="1">
              <a:spLocks/>
            </p:cNvSpPr>
            <p:nvPr/>
          </p:nvSpPr>
          <p:spPr>
            <a:xfrm>
              <a:off x="1187000" y="7825275"/>
              <a:ext cx="13457263" cy="12067176"/>
            </a:xfrm>
            <a:prstGeom prst="rect">
              <a:avLst/>
            </a:prstGeom>
            <a:noFill/>
            <a:ln>
              <a:noFill/>
            </a:ln>
          </p:spPr>
          <p:txBody>
            <a:bodyPr>
              <a:noAutofit/>
            </a:bodyPr>
            <a:lstStyle>
              <a:lvl1pPr marL="1471522" indent="-1471522" algn="l" defTabSz="3922587" rtl="0" eaLnBrk="0" fontAlgn="base" hangingPunct="0">
                <a:spcBef>
                  <a:spcPct val="20000"/>
                </a:spcBef>
                <a:spcAft>
                  <a:spcPct val="0"/>
                </a:spcAft>
                <a:buChar char="•"/>
                <a:defRPr sz="13700">
                  <a:solidFill>
                    <a:schemeClr val="tx1"/>
                  </a:solidFill>
                  <a:latin typeface="+mn-lt"/>
                  <a:ea typeface="+mn-ea"/>
                  <a:cs typeface="+mn-cs"/>
                </a:defRPr>
              </a:lvl1pPr>
              <a:lvl2pPr marL="3186089" indent="-1225532" algn="l" defTabSz="3922587" rtl="0" eaLnBrk="0" fontAlgn="base" hangingPunct="0">
                <a:spcBef>
                  <a:spcPct val="20000"/>
                </a:spcBef>
                <a:spcAft>
                  <a:spcPct val="0"/>
                </a:spcAft>
                <a:buChar char="–"/>
                <a:defRPr sz="12000">
                  <a:solidFill>
                    <a:schemeClr val="tx1"/>
                  </a:solidFill>
                  <a:latin typeface="+mn-lt"/>
                </a:defRPr>
              </a:lvl2pPr>
              <a:lvl3pPr marL="4902128" indent="-979542" algn="l" defTabSz="3922587" rtl="0" eaLnBrk="0" fontAlgn="base" hangingPunct="0">
                <a:spcBef>
                  <a:spcPct val="20000"/>
                </a:spcBef>
                <a:spcAft>
                  <a:spcPct val="0"/>
                </a:spcAft>
                <a:buChar char="•"/>
                <a:defRPr sz="10300">
                  <a:solidFill>
                    <a:schemeClr val="tx1"/>
                  </a:solidFill>
                  <a:latin typeface="+mn-lt"/>
                </a:defRPr>
              </a:lvl3pPr>
              <a:lvl4pPr marL="6864157" indent="-981014" algn="l" defTabSz="3922587" rtl="0" eaLnBrk="0" fontAlgn="base" hangingPunct="0">
                <a:spcBef>
                  <a:spcPct val="20000"/>
                </a:spcBef>
                <a:spcAft>
                  <a:spcPct val="0"/>
                </a:spcAft>
                <a:buChar char="–"/>
                <a:defRPr sz="8500">
                  <a:solidFill>
                    <a:schemeClr val="tx1"/>
                  </a:solidFill>
                  <a:latin typeface="+mn-lt"/>
                </a:defRPr>
              </a:lvl4pPr>
              <a:lvl5pPr marL="8824713" indent="-981014" algn="l" defTabSz="3922587" rtl="0" eaLnBrk="0" fontAlgn="base" hangingPunct="0">
                <a:spcBef>
                  <a:spcPct val="20000"/>
                </a:spcBef>
                <a:spcAft>
                  <a:spcPct val="0"/>
                </a:spcAft>
                <a:buChar char="•"/>
                <a:defRPr sz="8500">
                  <a:solidFill>
                    <a:schemeClr val="tx1"/>
                  </a:solidFill>
                  <a:latin typeface="+mn-lt"/>
                </a:defRPr>
              </a:lvl5pPr>
              <a:lvl6pPr marL="9248936" indent="-981014" algn="l" defTabSz="3922587" rtl="0" eaLnBrk="0" fontAlgn="base" hangingPunct="0">
                <a:spcBef>
                  <a:spcPct val="20000"/>
                </a:spcBef>
                <a:spcAft>
                  <a:spcPct val="0"/>
                </a:spcAft>
                <a:buChar char="•"/>
                <a:defRPr sz="8500">
                  <a:solidFill>
                    <a:schemeClr val="tx1"/>
                  </a:solidFill>
                  <a:latin typeface="+mn-lt"/>
                </a:defRPr>
              </a:lvl6pPr>
              <a:lvl7pPr marL="9673159" indent="-981014" algn="l" defTabSz="3922587" rtl="0" eaLnBrk="0" fontAlgn="base" hangingPunct="0">
                <a:spcBef>
                  <a:spcPct val="20000"/>
                </a:spcBef>
                <a:spcAft>
                  <a:spcPct val="0"/>
                </a:spcAft>
                <a:buChar char="•"/>
                <a:defRPr sz="8500">
                  <a:solidFill>
                    <a:schemeClr val="tx1"/>
                  </a:solidFill>
                  <a:latin typeface="+mn-lt"/>
                </a:defRPr>
              </a:lvl7pPr>
              <a:lvl8pPr marL="10097382" indent="-981014" algn="l" defTabSz="3922587" rtl="0" eaLnBrk="0" fontAlgn="base" hangingPunct="0">
                <a:spcBef>
                  <a:spcPct val="20000"/>
                </a:spcBef>
                <a:spcAft>
                  <a:spcPct val="0"/>
                </a:spcAft>
                <a:buChar char="•"/>
                <a:defRPr sz="8500">
                  <a:solidFill>
                    <a:schemeClr val="tx1"/>
                  </a:solidFill>
                  <a:latin typeface="+mn-lt"/>
                </a:defRPr>
              </a:lvl8pPr>
              <a:lvl9pPr marL="10521604" indent="-981014" algn="l" defTabSz="3922587" rtl="0" eaLnBrk="0" fontAlgn="base" hangingPunct="0">
                <a:spcBef>
                  <a:spcPct val="20000"/>
                </a:spcBef>
                <a:spcAft>
                  <a:spcPct val="0"/>
                </a:spcAft>
                <a:buChar char="•"/>
                <a:defRPr sz="8500">
                  <a:solidFill>
                    <a:schemeClr val="tx1"/>
                  </a:solidFill>
                  <a:latin typeface="+mn-lt"/>
                </a:defRPr>
              </a:lvl9pPr>
            </a:lstStyle>
            <a:p>
              <a:pPr marL="360000" indent="0">
                <a:lnSpc>
                  <a:spcPct val="150000"/>
                </a:lnSpc>
                <a:spcBef>
                  <a:spcPts val="0"/>
                </a:spcBef>
                <a:buNone/>
              </a:pPr>
              <a:r>
                <a:rPr lang="en-US" sz="3000" spc="-100" dirty="0">
                  <a:solidFill>
                    <a:srgbClr val="000000"/>
                  </a:solidFill>
                  <a:latin typeface="Helvetica" pitchFamily="2" charset="0"/>
                </a:rPr>
                <a:t>Step 1 — KDE Demand Surface: Gaussian filter applied to the WorldPop population raster to produce a smooth child population density heatmap.
Step 2 — KDE Competition Surface: Kernel Density Estimation fitted on all 1,937 school locations (OSM + PITB) to map school clustering.
Step 3 — KD-Tree School Gap: A scipy cKDTree was built from all school coordinates. For each of 250,000 grid points, the distance to the nearest school was computed — giving a spatially complete gap surface. 
Step 4 — Property Cost Layer: Commercial rental rates from Zameen.com and Graana.com were spatially interpolated across the full grid using grid data (method=’nearest’) — covers 100% of Lahore with no convex-hull cutoff.
Step 5 — Road Accessibility: OSMnx road edge centroids binned onto the grid and smoothed with a Gaussian filter to make an accessibility density surface.
Step 6 — MCDA Composite Score: Weighted sum of all four normalized layers: 35% Population + 30% School Gap + 20% Low Cost + 15% Accessibility. Final score normalised 0–1.
Step 7 — Break-Even Model: Monthly cost = rent + PKR 250,000 staff + PKR 60,000 fixed costs. Break-even = total monthly cost ÷ PKR 3,000 per student.</a:t>
              </a:r>
              <a:endParaRPr lang="en-GB" sz="3000" spc="-100" dirty="0">
                <a:solidFill>
                  <a:srgbClr val="000000"/>
                </a:solidFill>
                <a:latin typeface="Helvetica" pitchFamily="2" charset="0"/>
              </a:endParaRPr>
            </a:p>
          </p:txBody>
        </p:sp>
      </p:grpSp>
      <p:grpSp>
        <p:nvGrpSpPr>
          <p:cNvPr id="85" name="Group 84">
            <a:extLst>
              <a:ext uri="{FF2B5EF4-FFF2-40B4-BE49-F238E27FC236}">
                <a16:creationId xmlns:a16="http://schemas.microsoft.com/office/drawing/2014/main" id="{E36D81A7-F95D-7628-C664-C098B1D3BAF2}"/>
              </a:ext>
            </a:extLst>
          </p:cNvPr>
          <p:cNvGrpSpPr/>
          <p:nvPr/>
        </p:nvGrpSpPr>
        <p:grpSpPr>
          <a:xfrm>
            <a:off x="15281875" y="20696217"/>
            <a:ext cx="13994863" cy="17909571"/>
            <a:chOff x="761798" y="6679324"/>
            <a:chExt cx="13994863" cy="17909571"/>
          </a:xfrm>
        </p:grpSpPr>
        <p:sp>
          <p:nvSpPr>
            <p:cNvPr id="90" name="Rectangle 89">
              <a:extLst>
                <a:ext uri="{FF2B5EF4-FFF2-40B4-BE49-F238E27FC236}">
                  <a16:creationId xmlns:a16="http://schemas.microsoft.com/office/drawing/2014/main" id="{8CD117F4-BA8D-45D8-6B48-A57DF44072F0}"/>
                </a:ext>
              </a:extLst>
            </p:cNvPr>
            <p:cNvSpPr/>
            <p:nvPr/>
          </p:nvSpPr>
          <p:spPr bwMode="auto">
            <a:xfrm>
              <a:off x="761798" y="6679324"/>
              <a:ext cx="13994863" cy="17909571"/>
            </a:xfrm>
            <a:prstGeom prst="rect">
              <a:avLst/>
            </a:prstGeom>
            <a:solidFill>
              <a:srgbClr val="F3F4D7"/>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4227513" rtl="0" eaLnBrk="0" fontAlgn="base" latinLnBrk="0" hangingPunct="0">
                <a:lnSpc>
                  <a:spcPct val="100000"/>
                </a:lnSpc>
                <a:spcBef>
                  <a:spcPct val="0"/>
                </a:spcBef>
                <a:spcAft>
                  <a:spcPct val="0"/>
                </a:spcAft>
                <a:buClrTx/>
                <a:buSzTx/>
                <a:buFontTx/>
                <a:buNone/>
                <a:tabLst/>
              </a:pPr>
              <a:endParaRPr kumimoji="0" lang="en-US" sz="11100" b="0" i="0" u="none" strike="noStrike" cap="none" normalizeH="0" baseline="0" dirty="0">
                <a:ln>
                  <a:noFill/>
                </a:ln>
                <a:solidFill>
                  <a:schemeClr val="tx1"/>
                </a:solidFill>
                <a:effectLst/>
                <a:latin typeface="Helvetica" pitchFamily="2" charset="0"/>
              </a:endParaRPr>
            </a:p>
          </p:txBody>
        </p:sp>
        <p:sp>
          <p:nvSpPr>
            <p:cNvPr id="91" name="TextBox 90">
              <a:extLst>
                <a:ext uri="{FF2B5EF4-FFF2-40B4-BE49-F238E27FC236}">
                  <a16:creationId xmlns:a16="http://schemas.microsoft.com/office/drawing/2014/main" id="{162F72A5-46A7-16A3-E240-EE419222A25E}"/>
                </a:ext>
              </a:extLst>
            </p:cNvPr>
            <p:cNvSpPr txBox="1"/>
            <p:nvPr/>
          </p:nvSpPr>
          <p:spPr>
            <a:xfrm>
              <a:off x="918469" y="6994278"/>
              <a:ext cx="8555974" cy="830997"/>
            </a:xfrm>
            <a:prstGeom prst="rect">
              <a:avLst/>
            </a:prstGeom>
            <a:noFill/>
            <a:ln>
              <a:noFill/>
            </a:ln>
          </p:spPr>
          <p:txBody>
            <a:bodyPr wrap="square" rtlCol="0">
              <a:spAutoFit/>
            </a:bodyPr>
            <a:lstStyle/>
            <a:p>
              <a:r>
                <a:rPr lang="en-US" sz="4800" dirty="0">
                  <a:latin typeface="Helvetica" pitchFamily="2" charset="0"/>
                </a:rPr>
                <a:t>5. </a:t>
              </a:r>
              <a:r>
                <a:rPr lang="en-US" sz="4800" b="1" dirty="0">
                  <a:latin typeface="Helvetica" pitchFamily="2" charset="0"/>
                </a:rPr>
                <a:t>Results &amp; Discussion</a:t>
              </a:r>
              <a:endParaRPr lang="de-CH" sz="4800" b="1" dirty="0">
                <a:latin typeface="Helvetica" pitchFamily="2" charset="0"/>
              </a:endParaRPr>
            </a:p>
          </p:txBody>
        </p:sp>
        <p:sp>
          <p:nvSpPr>
            <p:cNvPr id="93" name="Content Placeholder 1">
              <a:extLst>
                <a:ext uri="{FF2B5EF4-FFF2-40B4-BE49-F238E27FC236}">
                  <a16:creationId xmlns:a16="http://schemas.microsoft.com/office/drawing/2014/main" id="{506A907C-37CC-609E-5F98-C88702285AB9}"/>
                </a:ext>
              </a:extLst>
            </p:cNvPr>
            <p:cNvSpPr txBox="1">
              <a:spLocks/>
            </p:cNvSpPr>
            <p:nvPr/>
          </p:nvSpPr>
          <p:spPr>
            <a:xfrm>
              <a:off x="1187000" y="7825276"/>
              <a:ext cx="12751939" cy="16259566"/>
            </a:xfrm>
            <a:prstGeom prst="rect">
              <a:avLst/>
            </a:prstGeom>
            <a:noFill/>
            <a:ln>
              <a:noFill/>
            </a:ln>
          </p:spPr>
          <p:txBody>
            <a:bodyPr>
              <a:noAutofit/>
            </a:bodyPr>
            <a:lstStyle>
              <a:lvl1pPr marL="1471522" indent="-1471522" algn="l" defTabSz="3922587" rtl="0" eaLnBrk="0" fontAlgn="base" hangingPunct="0">
                <a:spcBef>
                  <a:spcPct val="20000"/>
                </a:spcBef>
                <a:spcAft>
                  <a:spcPct val="0"/>
                </a:spcAft>
                <a:buChar char="•"/>
                <a:defRPr sz="13700">
                  <a:solidFill>
                    <a:schemeClr val="tx1"/>
                  </a:solidFill>
                  <a:latin typeface="+mn-lt"/>
                  <a:ea typeface="+mn-ea"/>
                  <a:cs typeface="+mn-cs"/>
                </a:defRPr>
              </a:lvl1pPr>
              <a:lvl2pPr marL="3186089" indent="-1225532" algn="l" defTabSz="3922587" rtl="0" eaLnBrk="0" fontAlgn="base" hangingPunct="0">
                <a:spcBef>
                  <a:spcPct val="20000"/>
                </a:spcBef>
                <a:spcAft>
                  <a:spcPct val="0"/>
                </a:spcAft>
                <a:buChar char="–"/>
                <a:defRPr sz="12000">
                  <a:solidFill>
                    <a:schemeClr val="tx1"/>
                  </a:solidFill>
                  <a:latin typeface="+mn-lt"/>
                </a:defRPr>
              </a:lvl2pPr>
              <a:lvl3pPr marL="4902128" indent="-979542" algn="l" defTabSz="3922587" rtl="0" eaLnBrk="0" fontAlgn="base" hangingPunct="0">
                <a:spcBef>
                  <a:spcPct val="20000"/>
                </a:spcBef>
                <a:spcAft>
                  <a:spcPct val="0"/>
                </a:spcAft>
                <a:buChar char="•"/>
                <a:defRPr sz="10300">
                  <a:solidFill>
                    <a:schemeClr val="tx1"/>
                  </a:solidFill>
                  <a:latin typeface="+mn-lt"/>
                </a:defRPr>
              </a:lvl3pPr>
              <a:lvl4pPr marL="6864157" indent="-981014" algn="l" defTabSz="3922587" rtl="0" eaLnBrk="0" fontAlgn="base" hangingPunct="0">
                <a:spcBef>
                  <a:spcPct val="20000"/>
                </a:spcBef>
                <a:spcAft>
                  <a:spcPct val="0"/>
                </a:spcAft>
                <a:buChar char="–"/>
                <a:defRPr sz="8500">
                  <a:solidFill>
                    <a:schemeClr val="tx1"/>
                  </a:solidFill>
                  <a:latin typeface="+mn-lt"/>
                </a:defRPr>
              </a:lvl4pPr>
              <a:lvl5pPr marL="8824713" indent="-981014" algn="l" defTabSz="3922587" rtl="0" eaLnBrk="0" fontAlgn="base" hangingPunct="0">
                <a:spcBef>
                  <a:spcPct val="20000"/>
                </a:spcBef>
                <a:spcAft>
                  <a:spcPct val="0"/>
                </a:spcAft>
                <a:buChar char="•"/>
                <a:defRPr sz="8500">
                  <a:solidFill>
                    <a:schemeClr val="tx1"/>
                  </a:solidFill>
                  <a:latin typeface="+mn-lt"/>
                </a:defRPr>
              </a:lvl5pPr>
              <a:lvl6pPr marL="9248936" indent="-981014" algn="l" defTabSz="3922587" rtl="0" eaLnBrk="0" fontAlgn="base" hangingPunct="0">
                <a:spcBef>
                  <a:spcPct val="20000"/>
                </a:spcBef>
                <a:spcAft>
                  <a:spcPct val="0"/>
                </a:spcAft>
                <a:buChar char="•"/>
                <a:defRPr sz="8500">
                  <a:solidFill>
                    <a:schemeClr val="tx1"/>
                  </a:solidFill>
                  <a:latin typeface="+mn-lt"/>
                </a:defRPr>
              </a:lvl6pPr>
              <a:lvl7pPr marL="9673159" indent="-981014" algn="l" defTabSz="3922587" rtl="0" eaLnBrk="0" fontAlgn="base" hangingPunct="0">
                <a:spcBef>
                  <a:spcPct val="20000"/>
                </a:spcBef>
                <a:spcAft>
                  <a:spcPct val="0"/>
                </a:spcAft>
                <a:buChar char="•"/>
                <a:defRPr sz="8500">
                  <a:solidFill>
                    <a:schemeClr val="tx1"/>
                  </a:solidFill>
                  <a:latin typeface="+mn-lt"/>
                </a:defRPr>
              </a:lvl7pPr>
              <a:lvl8pPr marL="10097382" indent="-981014" algn="l" defTabSz="3922587" rtl="0" eaLnBrk="0" fontAlgn="base" hangingPunct="0">
                <a:spcBef>
                  <a:spcPct val="20000"/>
                </a:spcBef>
                <a:spcAft>
                  <a:spcPct val="0"/>
                </a:spcAft>
                <a:buChar char="•"/>
                <a:defRPr sz="8500">
                  <a:solidFill>
                    <a:schemeClr val="tx1"/>
                  </a:solidFill>
                  <a:latin typeface="+mn-lt"/>
                </a:defRPr>
              </a:lvl8pPr>
              <a:lvl9pPr marL="10521604" indent="-981014" algn="l" defTabSz="3922587" rtl="0" eaLnBrk="0" fontAlgn="base" hangingPunct="0">
                <a:spcBef>
                  <a:spcPct val="20000"/>
                </a:spcBef>
                <a:spcAft>
                  <a:spcPct val="0"/>
                </a:spcAft>
                <a:buChar char="•"/>
                <a:defRPr sz="8500">
                  <a:solidFill>
                    <a:schemeClr val="tx1"/>
                  </a:solidFill>
                  <a:latin typeface="+mn-lt"/>
                </a:defRPr>
              </a:lvl9pPr>
            </a:lstStyle>
            <a:p>
              <a:pPr marL="360000" indent="0">
                <a:lnSpc>
                  <a:spcPct val="150000"/>
                </a:lnSpc>
                <a:spcBef>
                  <a:spcPts val="0"/>
                </a:spcBef>
                <a:buNone/>
              </a:pPr>
              <a:r>
                <a:rPr lang="en-US" sz="3200" spc="-100" dirty="0">
                  <a:solidFill>
                    <a:srgbClr val="000000"/>
                  </a:solidFill>
                  <a:latin typeface="Helvetica" pitchFamily="2" charset="0"/>
                </a:rPr>
                <a:t>KDE analysis confirms that schools are heavily clustered in central and northern Lahore. The PITB data reveals that government school density is also high in these zones, meaning competition is intense from both private and public sectors.
The underserved zone map (population demand minus competition) highlights southern and western Lahore as the highest-opportunity areas: Township, Wapda Town, Raiwind, and Faisal Town show high child population density with minimal school coverage.
MCDA suitability scoring (35% population + 30% school gap + 20% cost + 15% access) ranks Township and Wapda Town highest, combining strong spatial demand with low rental costs.
Break-Even Results at PKR 3,000/student/month fee:
• Raiwind Road: 132 students (PKR 70,000 rent + fixed costs = PKR 395,000/month)
• Township: 135 students (PKR 85,000 rent)
• Wapda Town: 138 students (PKR 110,000 rent)
• DHA Phase 1-5: 187 students (PKR 160,000 rent)
• Gulberg: 237 students (PKR 350,000 rent) — high risk
Recommendation: A new private school in Township or Wapda Town requires approximately PKR 1.0–1.5M/year in total costs and can achieve profitability with 150 students. Premium zones (Gulberg, DHA) require PKR 4.8M+ and need 200+ students just to break even.</a:t>
              </a:r>
              <a:endParaRPr lang="en-US" sz="3200" kern="1200" spc="-100" dirty="0">
                <a:solidFill>
                  <a:srgbClr val="000000"/>
                </a:solidFill>
                <a:latin typeface="Helvetica" pitchFamily="2" charset="0"/>
              </a:endParaRPr>
            </a:p>
          </p:txBody>
        </p:sp>
      </p:grpSp>
      <p:pic>
        <p:nvPicPr>
          <p:cNvPr id="3" name="Picture 2">
            <a:extLst>
              <a:ext uri="{FF2B5EF4-FFF2-40B4-BE49-F238E27FC236}">
                <a16:creationId xmlns:a16="http://schemas.microsoft.com/office/drawing/2014/main" id="{1ACEC51E-376E-E527-A5D9-848784DF056E}"/>
              </a:ext>
            </a:extLst>
          </p:cNvPr>
          <p:cNvPicPr>
            <a:picLocks noChangeAspect="1"/>
          </p:cNvPicPr>
          <p:nvPr/>
        </p:nvPicPr>
        <p:blipFill>
          <a:blip r:embed="rId3">
            <a:extLst>
              <a:ext uri="{28A0092B-C50C-407E-A947-70E740481C1C}">
                <a14:useLocalDpi xmlns:a14="http://schemas.microsoft.com/office/drawing/2010/main" val="0"/>
              </a:ext>
            </a:extLst>
          </a:blip>
          <a:srcRect t="3989" r="53173"/>
          <a:stretch>
            <a:fillRect/>
          </a:stretch>
        </p:blipFill>
        <p:spPr>
          <a:xfrm>
            <a:off x="1041871" y="30828925"/>
            <a:ext cx="6285310" cy="6063043"/>
          </a:xfrm>
          <a:prstGeom prst="rect">
            <a:avLst/>
          </a:prstGeom>
        </p:spPr>
      </p:pic>
      <p:pic>
        <p:nvPicPr>
          <p:cNvPr id="6" name="Picture 5">
            <a:extLst>
              <a:ext uri="{FF2B5EF4-FFF2-40B4-BE49-F238E27FC236}">
                <a16:creationId xmlns:a16="http://schemas.microsoft.com/office/drawing/2014/main" id="{E1FBEC18-15F0-F362-AA04-B0054C3399E0}"/>
              </a:ext>
            </a:extLst>
          </p:cNvPr>
          <p:cNvPicPr>
            <a:picLocks noChangeAspect="1"/>
          </p:cNvPicPr>
          <p:nvPr/>
        </p:nvPicPr>
        <p:blipFill>
          <a:blip r:embed="rId4">
            <a:extLst>
              <a:ext uri="{28A0092B-C50C-407E-A947-70E740481C1C}">
                <a14:useLocalDpi xmlns:a14="http://schemas.microsoft.com/office/drawing/2010/main" val="0"/>
              </a:ext>
            </a:extLst>
          </a:blip>
          <a:srcRect l="67360" t="9329"/>
          <a:stretch>
            <a:fillRect/>
          </a:stretch>
        </p:blipFill>
        <p:spPr>
          <a:xfrm>
            <a:off x="7946038" y="30828925"/>
            <a:ext cx="6151671" cy="5952089"/>
          </a:xfrm>
          <a:prstGeom prst="rect">
            <a:avLst/>
          </a:prstGeom>
        </p:spPr>
      </p:pic>
    </p:spTree>
  </p:cSld>
  <p:clrMapOvr>
    <a:masterClrMapping/>
  </p:clrMapOvr>
</p:sld>
</file>

<file path=ppt/theme/theme1.xml><?xml version="1.0" encoding="utf-8"?>
<a:theme xmlns:a="http://schemas.openxmlformats.org/drawingml/2006/main" name="Blank Presentation.pot">
  <a:themeElements>
    <a:clrScheme name="Blank Presentation.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227513" rtl="0" eaLnBrk="0" fontAlgn="base" latinLnBrk="0" hangingPunct="0">
          <a:lnSpc>
            <a:spcPct val="100000"/>
          </a:lnSpc>
          <a:spcBef>
            <a:spcPct val="0"/>
          </a:spcBef>
          <a:spcAft>
            <a:spcPct val="0"/>
          </a:spcAft>
          <a:buClrTx/>
          <a:buSzTx/>
          <a:buFontTx/>
          <a:buNone/>
          <a:tabLst/>
          <a:defRPr kumimoji="0" lang="en-US" sz="11100" b="0" i="0" u="none" strike="noStrike" cap="none" normalizeH="0" baseline="0" smtClean="0">
            <a:ln>
              <a:noFill/>
            </a:ln>
            <a:solidFill>
              <a:schemeClr val="tx1"/>
            </a:solidFill>
            <a:effectLst/>
            <a:latin typeface="Humanst521 BT"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227513" rtl="0" eaLnBrk="0" fontAlgn="base" latinLnBrk="0" hangingPunct="0">
          <a:lnSpc>
            <a:spcPct val="100000"/>
          </a:lnSpc>
          <a:spcBef>
            <a:spcPct val="0"/>
          </a:spcBef>
          <a:spcAft>
            <a:spcPct val="0"/>
          </a:spcAft>
          <a:buClrTx/>
          <a:buSzTx/>
          <a:buFontTx/>
          <a:buNone/>
          <a:tabLst/>
          <a:defRPr kumimoji="0" lang="en-US" sz="11100" b="0" i="0" u="none" strike="noStrike" cap="none" normalizeH="0" baseline="0" smtClean="0">
            <a:ln>
              <a:noFill/>
            </a:ln>
            <a:solidFill>
              <a:schemeClr val="tx1"/>
            </a:solidFill>
            <a:effectLst/>
            <a:latin typeface="Humanst521 BT" pitchFamily="34" charset="0"/>
          </a:defRPr>
        </a:defPPr>
      </a:lstStyle>
    </a:lnDef>
  </a:objectDefaults>
  <a:extraClrSchemeLst>
    <a:extraClrScheme>
      <a:clrScheme name="Blank Presentation.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oster-Template-RSA-Spatial-Data-Science-Course.potx" id="{CD755AD5-5C39-8D42-922B-B9798B4B5902}" vid="{9DFF2A67-8113-4D4E-AE72-E48AF16F47F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Poster-Template-RSA-Spatial-Data-Science-Course (1)</Template>
  <TotalTime>71</TotalTime>
  <Words>937</Words>
  <Application>Microsoft Office PowerPoint</Application>
  <PresentationFormat>Custom</PresentationFormat>
  <Paragraphs>18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ETH Light</vt:lpstr>
      <vt:lpstr>Helvetica</vt:lpstr>
      <vt:lpstr>Humanst521 BT</vt:lpstr>
      <vt:lpstr>Times New Roman</vt:lpstr>
      <vt:lpstr>Blank Presentation.pot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Mian Amir</dc:creator>
  <cp:lastModifiedBy>Abdul Aleem</cp:lastModifiedBy>
  <cp:revision>9</cp:revision>
  <cp:lastPrinted>2023-04-27T08:57:35Z</cp:lastPrinted>
  <dcterms:created xsi:type="dcterms:W3CDTF">2025-05-22T16:58:05Z</dcterms:created>
  <dcterms:modified xsi:type="dcterms:W3CDTF">2026-05-16T16:48:38Z</dcterms:modified>
</cp:coreProperties>
</file>